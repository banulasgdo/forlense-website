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4"/>
  </p:notesMasterIdLst>
  <p:handoutMasterIdLst>
    <p:handoutMasterId r:id="rId15"/>
  </p:handoutMasterIdLst>
  <p:sldIdLst>
    <p:sldId id="300" r:id="rId5"/>
    <p:sldId id="302" r:id="rId6"/>
    <p:sldId id="264" r:id="rId7"/>
    <p:sldId id="297" r:id="rId8"/>
    <p:sldId id="298" r:id="rId9"/>
    <p:sldId id="299" r:id="rId10"/>
    <p:sldId id="294" r:id="rId11"/>
    <p:sldId id="301" r:id="rId12"/>
    <p:sldId id="30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DEA7B6-7C91-C80D-4F41-F148F570DE31}" v="27" dt="2026-05-07T16:46:59.042"/>
    <p1510:client id="{478CE7E5-C277-2B72-5253-ABADBE8492D3}" v="1543" dt="2026-05-05T18:33:03.191"/>
    <p1510:client id="{503B766D-581E-3C31-52E6-1817A9AFEED1}" v="1" dt="2026-05-05T18:26:12.031"/>
    <p1510:client id="{9576DB8F-8FDA-0CB9-A107-315358B0E1B4}" v="69" dt="2026-05-05T17:41:35.595"/>
    <p1510:client id="{C8C994C4-8567-6FF8-E172-2349BBF3F7E3}" v="92" dt="2026-05-05T18:07:50.982"/>
    <p1510:client id="{D63B5D31-1901-2DB4-123D-36B4974D179A}" v="2" dt="2026-05-07T11:28:27.2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ULA E A Y it22340078" userId="S::it22340078@my.sliit.lk::ea461b93-6b54-4aa9-941d-d7caca5aae22" providerId="AD" clId="Web-{C8C994C4-8567-6FF8-E172-2349BBF3F7E3}"/>
    <pc:docChg chg="modSld sldOrd">
      <pc:chgData name="SANJULA E A Y it22340078" userId="S::it22340078@my.sliit.lk::ea461b93-6b54-4aa9-941d-d7caca5aae22" providerId="AD" clId="Web-{C8C994C4-8567-6FF8-E172-2349BBF3F7E3}" dt="2026-05-05T18:07:50.966" v="50" actId="20577"/>
      <pc:docMkLst>
        <pc:docMk/>
      </pc:docMkLst>
      <pc:sldChg chg="modSp">
        <pc:chgData name="SANJULA E A Y it22340078" userId="S::it22340078@my.sliit.lk::ea461b93-6b54-4aa9-941d-d7caca5aae22" providerId="AD" clId="Web-{C8C994C4-8567-6FF8-E172-2349BBF3F7E3}" dt="2026-05-05T17:48:58.916" v="7" actId="1076"/>
        <pc:sldMkLst>
          <pc:docMk/>
          <pc:sldMk cId="1059694537" sldId="294"/>
        </pc:sldMkLst>
        <pc:picChg chg="mod">
          <ac:chgData name="SANJULA E A Y it22340078" userId="S::it22340078@my.sliit.lk::ea461b93-6b54-4aa9-941d-d7caca5aae22" providerId="AD" clId="Web-{C8C994C4-8567-6FF8-E172-2349BBF3F7E3}" dt="2026-05-05T17:48:58.916" v="7" actId="1076"/>
          <ac:picMkLst>
            <pc:docMk/>
            <pc:sldMk cId="1059694537" sldId="294"/>
            <ac:picMk id="7" creationId="{A46E1705-2376-D55D-D64D-5E118BC0B096}"/>
          </ac:picMkLst>
        </pc:picChg>
      </pc:sldChg>
      <pc:sldChg chg="addSp delSp modSp ord">
        <pc:chgData name="SANJULA E A Y it22340078" userId="S::it22340078@my.sliit.lk::ea461b93-6b54-4aa9-941d-d7caca5aae22" providerId="AD" clId="Web-{C8C994C4-8567-6FF8-E172-2349BBF3F7E3}" dt="2026-05-05T18:07:50.966" v="50" actId="20577"/>
        <pc:sldMkLst>
          <pc:docMk/>
          <pc:sldMk cId="1209014549" sldId="304"/>
        </pc:sldMkLst>
        <pc:spChg chg="mod">
          <ac:chgData name="SANJULA E A Y it22340078" userId="S::it22340078@my.sliit.lk::ea461b93-6b54-4aa9-941d-d7caca5aae22" providerId="AD" clId="Web-{C8C994C4-8567-6FF8-E172-2349BBF3F7E3}" dt="2026-05-05T17:47:10.818" v="1" actId="20577"/>
          <ac:spMkLst>
            <pc:docMk/>
            <pc:sldMk cId="1209014549" sldId="304"/>
            <ac:spMk id="2" creationId="{E5F40066-8C8E-92D5-2FD4-7C4E6A6023CC}"/>
          </ac:spMkLst>
        </pc:spChg>
        <pc:spChg chg="add mod">
          <ac:chgData name="SANJULA E A Y it22340078" userId="S::it22340078@my.sliit.lk::ea461b93-6b54-4aa9-941d-d7caca5aae22" providerId="AD" clId="Web-{C8C994C4-8567-6FF8-E172-2349BBF3F7E3}" dt="2026-05-05T18:07:50.966" v="50" actId="20577"/>
          <ac:spMkLst>
            <pc:docMk/>
            <pc:sldMk cId="1209014549" sldId="304"/>
            <ac:spMk id="3" creationId="{E1E266A4-2A0F-94C7-D901-7999BCDF1C73}"/>
          </ac:spMkLst>
        </pc:spChg>
      </pc:sldChg>
    </pc:docChg>
  </pc:docChgLst>
  <pc:docChgLst>
    <pc:chgData name="NUSFA M R F it22908742" userId="S::it22908742@my.sliit.lk::c0a091c8-063f-46e1-b482-3dc79bcbfdb0" providerId="AD" clId="Web-{503B766D-581E-3C31-52E6-1817A9AFEED1}"/>
    <pc:docChg chg="delSld">
      <pc:chgData name="NUSFA M R F it22908742" userId="S::it22908742@my.sliit.lk::c0a091c8-063f-46e1-b482-3dc79bcbfdb0" providerId="AD" clId="Web-{503B766D-581E-3C31-52E6-1817A9AFEED1}" dt="2026-05-05T18:26:12.031" v="0"/>
      <pc:docMkLst>
        <pc:docMk/>
      </pc:docMkLst>
    </pc:docChg>
  </pc:docChgLst>
  <pc:docChgLst>
    <pc:chgData name="NUSFA M R F it22908742" userId="S::it22908742@my.sliit.lk::c0a091c8-063f-46e1-b482-3dc79bcbfdb0" providerId="AD" clId="Web-{D63B5D31-1901-2DB4-123D-36B4974D179A}"/>
    <pc:docChg chg="modSld">
      <pc:chgData name="NUSFA M R F it22908742" userId="S::it22908742@my.sliit.lk::c0a091c8-063f-46e1-b482-3dc79bcbfdb0" providerId="AD" clId="Web-{D63B5D31-1901-2DB4-123D-36B4974D179A}" dt="2026-05-07T11:28:27.283" v="1" actId="20577"/>
      <pc:docMkLst>
        <pc:docMk/>
      </pc:docMkLst>
      <pc:sldChg chg="modSp">
        <pc:chgData name="NUSFA M R F it22908742" userId="S::it22908742@my.sliit.lk::c0a091c8-063f-46e1-b482-3dc79bcbfdb0" providerId="AD" clId="Web-{D63B5D31-1901-2DB4-123D-36B4974D179A}" dt="2026-05-07T11:28:27.283" v="1" actId="20577"/>
        <pc:sldMkLst>
          <pc:docMk/>
          <pc:sldMk cId="304375118" sldId="302"/>
        </pc:sldMkLst>
        <pc:spChg chg="mod">
          <ac:chgData name="NUSFA M R F it22908742" userId="S::it22908742@my.sliit.lk::c0a091c8-063f-46e1-b482-3dc79bcbfdb0" providerId="AD" clId="Web-{D63B5D31-1901-2DB4-123D-36B4974D179A}" dt="2026-05-07T11:28:27.283" v="1" actId="20577"/>
          <ac:spMkLst>
            <pc:docMk/>
            <pc:sldMk cId="304375118" sldId="302"/>
            <ac:spMk id="2" creationId="{944C97F8-18BA-6DE8-8FCE-B59CECC6BB55}"/>
          </ac:spMkLst>
        </pc:spChg>
      </pc:sldChg>
    </pc:docChg>
  </pc:docChgLst>
  <pc:docChgLst>
    <pc:chgData clId="Web-{22DEA7B6-7C91-C80D-4F41-F148F570DE31}"/>
    <pc:docChg chg="modSld">
      <pc:chgData name="" userId="" providerId="" clId="Web-{22DEA7B6-7C91-C80D-4F41-F148F570DE31}" dt="2026-05-07T16:44:12.165" v="13"/>
      <pc:docMkLst>
        <pc:docMk/>
      </pc:docMkLst>
      <pc:sldChg chg="modSp">
        <pc:chgData name="" userId="" providerId="" clId="Web-{22DEA7B6-7C91-C80D-4F41-F148F570DE31}" dt="2026-05-07T16:44:12.165" v="13"/>
        <pc:sldMkLst>
          <pc:docMk/>
          <pc:sldMk cId="806777520" sldId="300"/>
        </pc:sldMkLst>
        <pc:graphicFrameChg chg="mod modGraphic">
          <ac:chgData name="" userId="" providerId="" clId="Web-{22DEA7B6-7C91-C80D-4F41-F148F570DE31}" dt="2026-05-07T16:44:12.165" v="13"/>
          <ac:graphicFrameMkLst>
            <pc:docMk/>
            <pc:sldMk cId="806777520" sldId="300"/>
            <ac:graphicFrameMk id="4" creationId="{D9002CF3-C1FD-EE1B-7D2C-5D94106C344C}"/>
          </ac:graphicFrameMkLst>
        </pc:graphicFrameChg>
      </pc:sldChg>
    </pc:docChg>
  </pc:docChgLst>
  <pc:docChgLst>
    <pc:chgData name="Salgado M.B.D it21289934" userId="S::it21289934@my.sliit.lk::e1bf1c95-3d8d-4b14-a05c-e17445895f80" providerId="AD" clId="Web-{5268E752-386A-4E84-6484-EF1E8293F8F7}"/>
    <pc:docChg chg="addSld modSld">
      <pc:chgData name="Salgado M.B.D it21289934" userId="S::it21289934@my.sliit.lk::e1bf1c95-3d8d-4b14-a05c-e17445895f80" providerId="AD" clId="Web-{5268E752-386A-4E84-6484-EF1E8293F8F7}" dt="2026-05-04T04:30:25.317" v="24" actId="1076"/>
      <pc:docMkLst>
        <pc:docMk/>
      </pc:docMkLst>
      <pc:sldChg chg="addSp delSp modSp">
        <pc:chgData name="Salgado M.B.D it21289934" userId="S::it21289934@my.sliit.lk::e1bf1c95-3d8d-4b14-a05c-e17445895f80" providerId="AD" clId="Web-{5268E752-386A-4E84-6484-EF1E8293F8F7}" dt="2026-05-04T04:29:25.333" v="14"/>
        <pc:sldMkLst>
          <pc:docMk/>
          <pc:sldMk cId="1059694537" sldId="294"/>
        </pc:sldMkLst>
        <pc:picChg chg="add mod">
          <ac:chgData name="Salgado M.B.D it21289934" userId="S::it21289934@my.sliit.lk::e1bf1c95-3d8d-4b14-a05c-e17445895f80" providerId="AD" clId="Web-{5268E752-386A-4E84-6484-EF1E8293F8F7}" dt="2026-05-04T04:29:25.333" v="14"/>
          <ac:picMkLst>
            <pc:docMk/>
            <pc:sldMk cId="1059694537" sldId="294"/>
            <ac:picMk id="7" creationId="{A46E1705-2376-D55D-D64D-5E118BC0B096}"/>
          </ac:picMkLst>
        </pc:picChg>
      </pc:sldChg>
      <pc:sldChg chg="modSp">
        <pc:chgData name="Salgado M.B.D it21289934" userId="S::it21289934@my.sliit.lk::e1bf1c95-3d8d-4b14-a05c-e17445895f80" providerId="AD" clId="Web-{5268E752-386A-4E84-6484-EF1E8293F8F7}" dt="2026-05-04T04:28:29.801" v="13"/>
        <pc:sldMkLst>
          <pc:docMk/>
          <pc:sldMk cId="806777520" sldId="300"/>
        </pc:sldMkLst>
        <pc:graphicFrameChg chg="mod modGraphic">
          <ac:chgData name="Salgado M.B.D it21289934" userId="S::it21289934@my.sliit.lk::e1bf1c95-3d8d-4b14-a05c-e17445895f80" providerId="AD" clId="Web-{5268E752-386A-4E84-6484-EF1E8293F8F7}" dt="2026-05-04T04:28:29.801" v="13"/>
          <ac:graphicFrameMkLst>
            <pc:docMk/>
            <pc:sldMk cId="806777520" sldId="300"/>
            <ac:graphicFrameMk id="4" creationId="{D9002CF3-C1FD-EE1B-7D2C-5D94106C344C}"/>
          </ac:graphicFrameMkLst>
        </pc:graphicFrameChg>
      </pc:sldChg>
      <pc:sldChg chg="addSp delSp modSp">
        <pc:chgData name="Salgado M.B.D it21289934" userId="S::it21289934@my.sliit.lk::e1bf1c95-3d8d-4b14-a05c-e17445895f80" providerId="AD" clId="Web-{5268E752-386A-4E84-6484-EF1E8293F8F7}" dt="2026-05-04T04:29:47.927" v="18"/>
        <pc:sldMkLst>
          <pc:docMk/>
          <pc:sldMk cId="4098444966" sldId="301"/>
        </pc:sldMkLst>
        <pc:picChg chg="add mod">
          <ac:chgData name="Salgado M.B.D it21289934" userId="S::it21289934@my.sliit.lk::e1bf1c95-3d8d-4b14-a05c-e17445895f80" providerId="AD" clId="Web-{5268E752-386A-4E84-6484-EF1E8293F8F7}" dt="2026-05-04T04:29:43.505" v="17" actId="1076"/>
          <ac:picMkLst>
            <pc:docMk/>
            <pc:sldMk cId="4098444966" sldId="301"/>
            <ac:picMk id="3" creationId="{F38473E5-36F1-490C-9B7D-DBFC206FF238}"/>
          </ac:picMkLst>
        </pc:picChg>
      </pc:sldChg>
    </pc:docChg>
  </pc:docChgLst>
  <pc:docChgLst>
    <pc:chgData name="DE SILVA H S it22887580" userId="S::it22887580@my.sliit.lk::bf1d7fdd-675c-493e-b780-58b257cd2a7c" providerId="AD" clId="Web-{284AB592-D0A6-FE74-78C5-AD588C203DD8}"/>
    <pc:docChg chg="modSld">
      <pc:chgData name="DE SILVA H S it22887580" userId="S::it22887580@my.sliit.lk::bf1d7fdd-675c-493e-b780-58b257cd2a7c" providerId="AD" clId="Web-{284AB592-D0A6-FE74-78C5-AD588C203DD8}" dt="2026-05-04T04:25:02.091" v="42"/>
      <pc:docMkLst>
        <pc:docMk/>
      </pc:docMkLst>
      <pc:sldChg chg="addSp delSp modSp">
        <pc:chgData name="DE SILVA H S it22887580" userId="S::it22887580@my.sliit.lk::bf1d7fdd-675c-493e-b780-58b257cd2a7c" providerId="AD" clId="Web-{284AB592-D0A6-FE74-78C5-AD588C203DD8}" dt="2026-05-04T04:25:02.091" v="42"/>
        <pc:sldMkLst>
          <pc:docMk/>
          <pc:sldMk cId="806777520" sldId="300"/>
        </pc:sldMkLst>
        <pc:graphicFrameChg chg="mod modGraphic">
          <ac:chgData name="DE SILVA H S it22887580" userId="S::it22887580@my.sliit.lk::bf1d7fdd-675c-493e-b780-58b257cd2a7c" providerId="AD" clId="Web-{284AB592-D0A6-FE74-78C5-AD588C203DD8}" dt="2026-05-04T04:25:02.091" v="42"/>
          <ac:graphicFrameMkLst>
            <pc:docMk/>
            <pc:sldMk cId="806777520" sldId="300"/>
            <ac:graphicFrameMk id="4" creationId="{D9002CF3-C1FD-EE1B-7D2C-5D94106C344C}"/>
          </ac:graphicFrameMkLst>
        </pc:graphicFrameChg>
      </pc:sldChg>
    </pc:docChg>
  </pc:docChgLst>
  <pc:docChgLst>
    <pc:chgData name="DE SILVA H S it22887580" userId="S::it22887580@my.sliit.lk::bf1d7fdd-675c-493e-b780-58b257cd2a7c" providerId="AD" clId="Web-{584E5FFA-2895-FBC6-693B-77FB22E06930}"/>
    <pc:docChg chg="addSld delSld modSld">
      <pc:chgData name="DE SILVA H S it22887580" userId="S::it22887580@my.sliit.lk::bf1d7fdd-675c-493e-b780-58b257cd2a7c" providerId="AD" clId="Web-{584E5FFA-2895-FBC6-693B-77FB22E06930}" dt="2026-05-04T02:59:13.673" v="166" actId="14100"/>
      <pc:docMkLst>
        <pc:docMk/>
      </pc:docMkLst>
      <pc:sldChg chg="addSp delSp modSp new">
        <pc:chgData name="DE SILVA H S it22887580" userId="S::it22887580@my.sliit.lk::bf1d7fdd-675c-493e-b780-58b257cd2a7c" providerId="AD" clId="Web-{584E5FFA-2895-FBC6-693B-77FB22E06930}" dt="2026-05-04T02:26:18.872" v="163" actId="14100"/>
        <pc:sldMkLst>
          <pc:docMk/>
          <pc:sldMk cId="797111271" sldId="297"/>
        </pc:sldMkLst>
        <pc:spChg chg="mod">
          <ac:chgData name="DE SILVA H S it22887580" userId="S::it22887580@my.sliit.lk::bf1d7fdd-675c-493e-b780-58b257cd2a7c" providerId="AD" clId="Web-{584E5FFA-2895-FBC6-693B-77FB22E06930}" dt="2026-05-04T02:02:17.777" v="27" actId="14100"/>
          <ac:spMkLst>
            <pc:docMk/>
            <pc:sldMk cId="797111271" sldId="297"/>
            <ac:spMk id="2" creationId="{2E5EE8EC-F78A-A9B2-4792-5362E4061BBE}"/>
          </ac:spMkLst>
        </pc:spChg>
        <pc:spChg chg="add mod">
          <ac:chgData name="DE SILVA H S it22887580" userId="S::it22887580@my.sliit.lk::bf1d7fdd-675c-493e-b780-58b257cd2a7c" providerId="AD" clId="Web-{584E5FFA-2895-FBC6-693B-77FB22E06930}" dt="2026-05-04T02:11:35.393" v="100" actId="14100"/>
          <ac:spMkLst>
            <pc:docMk/>
            <pc:sldMk cId="797111271" sldId="297"/>
            <ac:spMk id="23" creationId="{75E87E7E-828D-9290-4E5F-D7BBBD4E17B8}"/>
          </ac:spMkLst>
        </pc:spChg>
        <pc:spChg chg="add mod">
          <ac:chgData name="DE SILVA H S it22887580" userId="S::it22887580@my.sliit.lk::bf1d7fdd-675c-493e-b780-58b257cd2a7c" providerId="AD" clId="Web-{584E5FFA-2895-FBC6-693B-77FB22E06930}" dt="2026-05-04T02:17:43.920" v="120" actId="20577"/>
          <ac:spMkLst>
            <pc:docMk/>
            <pc:sldMk cId="797111271" sldId="297"/>
            <ac:spMk id="25" creationId="{22C2C3BE-ADD1-A503-6364-9BDF73DD2058}"/>
          </ac:spMkLst>
        </pc:spChg>
        <pc:spChg chg="add mod">
          <ac:chgData name="DE SILVA H S it22887580" userId="S::it22887580@my.sliit.lk::bf1d7fdd-675c-493e-b780-58b257cd2a7c" providerId="AD" clId="Web-{584E5FFA-2895-FBC6-693B-77FB22E06930}" dt="2026-05-04T02:26:03.699" v="162" actId="20577"/>
          <ac:spMkLst>
            <pc:docMk/>
            <pc:sldMk cId="797111271" sldId="297"/>
            <ac:spMk id="27" creationId="{8C087B52-196C-466E-F710-3D61410B06BB}"/>
          </ac:spMkLst>
        </pc:spChg>
      </pc:sldChg>
      <pc:sldChg chg="modSp">
        <pc:chgData name="DE SILVA H S it22887580" userId="S::it22887580@my.sliit.lk::bf1d7fdd-675c-493e-b780-58b257cd2a7c" providerId="AD" clId="Web-{584E5FFA-2895-FBC6-693B-77FB22E06930}" dt="2026-05-04T02:59:13.673" v="166" actId="14100"/>
        <pc:sldMkLst>
          <pc:docMk/>
          <pc:sldMk cId="1599822398" sldId="298"/>
        </pc:sldMkLst>
        <pc:picChg chg="mod">
          <ac:chgData name="DE SILVA H S it22887580" userId="S::it22887580@my.sliit.lk::bf1d7fdd-675c-493e-b780-58b257cd2a7c" providerId="AD" clId="Web-{584E5FFA-2895-FBC6-693B-77FB22E06930}" dt="2026-05-04T02:59:13.673" v="166" actId="14100"/>
          <ac:picMkLst>
            <pc:docMk/>
            <pc:sldMk cId="1599822398" sldId="298"/>
            <ac:picMk id="19" creationId="{39DF02BF-84C4-4A9A-3FB0-7FC8E10C32AB}"/>
          </ac:picMkLst>
        </pc:picChg>
      </pc:sldChg>
    </pc:docChg>
  </pc:docChgLst>
  <pc:docChgLst>
    <pc:chgData name="NUSFA M R F it22908742" userId="S::it22908742@my.sliit.lk::c0a091c8-063f-46e1-b482-3dc79bcbfdb0" providerId="AD" clId="Web-{6417D18D-D04A-1183-E781-E443C4809C6D}"/>
    <pc:docChg chg="modSld">
      <pc:chgData name="NUSFA M R F it22908742" userId="S::it22908742@my.sliit.lk::c0a091c8-063f-46e1-b482-3dc79bcbfdb0" providerId="AD" clId="Web-{6417D18D-D04A-1183-E781-E443C4809C6D}" dt="2026-05-03T19:55:38.162" v="6" actId="20577"/>
      <pc:docMkLst>
        <pc:docMk/>
      </pc:docMkLst>
      <pc:sldChg chg="modSp">
        <pc:chgData name="NUSFA M R F it22908742" userId="S::it22908742@my.sliit.lk::c0a091c8-063f-46e1-b482-3dc79bcbfdb0" providerId="AD" clId="Web-{6417D18D-D04A-1183-E781-E443C4809C6D}" dt="2026-05-03T19:55:38.162" v="6" actId="20577"/>
        <pc:sldMkLst>
          <pc:docMk/>
          <pc:sldMk cId="2181409990" sldId="264"/>
        </pc:sldMkLst>
        <pc:spChg chg="mod">
          <ac:chgData name="NUSFA M R F it22908742" userId="S::it22908742@my.sliit.lk::c0a091c8-063f-46e1-b482-3dc79bcbfdb0" providerId="AD" clId="Web-{6417D18D-D04A-1183-E781-E443C4809C6D}" dt="2026-05-03T19:55:38.162" v="6" actId="20577"/>
          <ac:spMkLst>
            <pc:docMk/>
            <pc:sldMk cId="2181409990" sldId="264"/>
            <ac:spMk id="5" creationId="{FA755AF9-6AEA-4BCA-A1A2-C57A58214B9E}"/>
          </ac:spMkLst>
        </pc:spChg>
      </pc:sldChg>
    </pc:docChg>
  </pc:docChgLst>
  <pc:docChgLst>
    <pc:chgData name="NUSFA M R F it22908742" userId="S::it22908742@my.sliit.lk::c0a091c8-063f-46e1-b482-3dc79bcbfdb0" providerId="AD" clId="Web-{A701769B-120B-9D6C-94F5-1CDC5B3F8410}"/>
    <pc:docChg chg="delSld modSld sldOrd">
      <pc:chgData name="NUSFA M R F it22908742" userId="S::it22908742@my.sliit.lk::c0a091c8-063f-46e1-b482-3dc79bcbfdb0" providerId="AD" clId="Web-{A701769B-120B-9D6C-94F5-1CDC5B3F8410}" dt="2026-05-04T04:27:00.996" v="193"/>
      <pc:docMkLst>
        <pc:docMk/>
      </pc:docMkLst>
      <pc:sldChg chg="ord">
        <pc:chgData name="NUSFA M R F it22908742" userId="S::it22908742@my.sliit.lk::c0a091c8-063f-46e1-b482-3dc79bcbfdb0" providerId="AD" clId="Web-{A701769B-120B-9D6C-94F5-1CDC5B3F8410}" dt="2026-05-04T04:05:58.276" v="6"/>
        <pc:sldMkLst>
          <pc:docMk/>
          <pc:sldMk cId="1059694537" sldId="294"/>
        </pc:sldMkLst>
      </pc:sldChg>
      <pc:sldChg chg="ord">
        <pc:chgData name="NUSFA M R F it22908742" userId="S::it22908742@my.sliit.lk::c0a091c8-063f-46e1-b482-3dc79bcbfdb0" providerId="AD" clId="Web-{A701769B-120B-9D6C-94F5-1CDC5B3F8410}" dt="2026-05-04T04:05:52.901" v="4"/>
        <pc:sldMkLst>
          <pc:docMk/>
          <pc:sldMk cId="1599822398" sldId="298"/>
        </pc:sldMkLst>
      </pc:sldChg>
      <pc:sldChg chg="ord">
        <pc:chgData name="NUSFA M R F it22908742" userId="S::it22908742@my.sliit.lk::c0a091c8-063f-46e1-b482-3dc79bcbfdb0" providerId="AD" clId="Web-{A701769B-120B-9D6C-94F5-1CDC5B3F8410}" dt="2026-05-04T04:05:52.932" v="5"/>
        <pc:sldMkLst>
          <pc:docMk/>
          <pc:sldMk cId="2334797874" sldId="299"/>
        </pc:sldMkLst>
      </pc:sldChg>
      <pc:sldChg chg="addSp modSp ord">
        <pc:chgData name="NUSFA M R F it22908742" userId="S::it22908742@my.sliit.lk::c0a091c8-063f-46e1-b482-3dc79bcbfdb0" providerId="AD" clId="Web-{A701769B-120B-9D6C-94F5-1CDC5B3F8410}" dt="2026-05-04T04:21:41.284" v="184"/>
        <pc:sldMkLst>
          <pc:docMk/>
          <pc:sldMk cId="806777520" sldId="300"/>
        </pc:sldMkLst>
        <pc:spChg chg="add mod">
          <ac:chgData name="NUSFA M R F it22908742" userId="S::it22908742@my.sliit.lk::c0a091c8-063f-46e1-b482-3dc79bcbfdb0" providerId="AD" clId="Web-{A701769B-120B-9D6C-94F5-1CDC5B3F8410}" dt="2026-05-04T04:10:42.024" v="19" actId="20577"/>
          <ac:spMkLst>
            <pc:docMk/>
            <pc:sldMk cId="806777520" sldId="300"/>
            <ac:spMk id="3" creationId="{009B741B-D9EC-FE6A-7CCA-952E7235D305}"/>
          </ac:spMkLst>
        </pc:spChg>
        <pc:graphicFrameChg chg="mod modGraphic">
          <ac:chgData name="NUSFA M R F it22908742" userId="S::it22908742@my.sliit.lk::c0a091c8-063f-46e1-b482-3dc79bcbfdb0" providerId="AD" clId="Web-{A701769B-120B-9D6C-94F5-1CDC5B3F8410}" dt="2026-05-04T04:21:41.284" v="184"/>
          <ac:graphicFrameMkLst>
            <pc:docMk/>
            <pc:sldMk cId="806777520" sldId="300"/>
            <ac:graphicFrameMk id="4" creationId="{D9002CF3-C1FD-EE1B-7D2C-5D94106C344C}"/>
          </ac:graphicFrameMkLst>
        </pc:graphicFrameChg>
      </pc:sldChg>
      <pc:sldChg chg="modSp">
        <pc:chgData name="NUSFA M R F it22908742" userId="S::it22908742@my.sliit.lk::c0a091c8-063f-46e1-b482-3dc79bcbfdb0" providerId="AD" clId="Web-{A701769B-120B-9D6C-94F5-1CDC5B3F8410}" dt="2026-05-04T04:26:52.355" v="192" actId="20577"/>
        <pc:sldMkLst>
          <pc:docMk/>
          <pc:sldMk cId="304375118" sldId="302"/>
        </pc:sldMkLst>
        <pc:spChg chg="mod">
          <ac:chgData name="NUSFA M R F it22908742" userId="S::it22908742@my.sliit.lk::c0a091c8-063f-46e1-b482-3dc79bcbfdb0" providerId="AD" clId="Web-{A701769B-120B-9D6C-94F5-1CDC5B3F8410}" dt="2026-05-04T04:26:18.758" v="186" actId="20577"/>
          <ac:spMkLst>
            <pc:docMk/>
            <pc:sldMk cId="304375118" sldId="302"/>
            <ac:spMk id="2" creationId="{944C97F8-18BA-6DE8-8FCE-B59CECC6BB55}"/>
          </ac:spMkLst>
        </pc:spChg>
        <pc:spChg chg="mod">
          <ac:chgData name="NUSFA M R F it22908742" userId="S::it22908742@my.sliit.lk::c0a091c8-063f-46e1-b482-3dc79bcbfdb0" providerId="AD" clId="Web-{A701769B-120B-9D6C-94F5-1CDC5B3F8410}" dt="2026-05-04T04:26:52.355" v="192" actId="20577"/>
          <ac:spMkLst>
            <pc:docMk/>
            <pc:sldMk cId="304375118" sldId="302"/>
            <ac:spMk id="5" creationId="{48A74DCC-B09D-4711-A972-F5B64BF0F19A}"/>
          </ac:spMkLst>
        </pc:spChg>
      </pc:sldChg>
    </pc:docChg>
  </pc:docChgLst>
  <pc:docChgLst>
    <pc:chgData name="DE SILVA H S it22887580" userId="S::it22887580@my.sliit.lk::bf1d7fdd-675c-493e-b780-58b257cd2a7c" providerId="AD" clId="Web-{22DEA7B6-7C91-C80D-4F41-F148F570DE31}"/>
    <pc:docChg chg="modSld">
      <pc:chgData name="DE SILVA H S it22887580" userId="S::it22887580@my.sliit.lk::bf1d7fdd-675c-493e-b780-58b257cd2a7c" providerId="AD" clId="Web-{22DEA7B6-7C91-C80D-4F41-F148F570DE31}" dt="2026-05-07T16:46:57.417" v="7"/>
      <pc:docMkLst>
        <pc:docMk/>
      </pc:docMkLst>
      <pc:sldChg chg="modSp">
        <pc:chgData name="DE SILVA H S it22887580" userId="S::it22887580@my.sliit.lk::bf1d7fdd-675c-493e-b780-58b257cd2a7c" providerId="AD" clId="Web-{22DEA7B6-7C91-C80D-4F41-F148F570DE31}" dt="2026-05-07T16:46:57.417" v="7"/>
        <pc:sldMkLst>
          <pc:docMk/>
          <pc:sldMk cId="806777520" sldId="300"/>
        </pc:sldMkLst>
        <pc:graphicFrameChg chg="mod modGraphic">
          <ac:chgData name="DE SILVA H S it22887580" userId="S::it22887580@my.sliit.lk::bf1d7fdd-675c-493e-b780-58b257cd2a7c" providerId="AD" clId="Web-{22DEA7B6-7C91-C80D-4F41-F148F570DE31}" dt="2026-05-07T16:46:57.417" v="7"/>
          <ac:graphicFrameMkLst>
            <pc:docMk/>
            <pc:sldMk cId="806777520" sldId="300"/>
            <ac:graphicFrameMk id="4" creationId="{D9002CF3-C1FD-EE1B-7D2C-5D94106C344C}"/>
          </ac:graphicFrameMkLst>
        </pc:graphicFrameChg>
      </pc:sldChg>
    </pc:docChg>
  </pc:docChgLst>
  <pc:docChgLst>
    <pc:chgData name="SANJULA E A Y it22340078" userId="S::it22340078@my.sliit.lk::ea461b93-6b54-4aa9-941d-d7caca5aae22" providerId="AD" clId="Web-{E49FECB9-EBD7-4321-43F4-ACB7B2868B51}"/>
    <pc:docChg chg="addSld modSld sldOrd">
      <pc:chgData name="SANJULA E A Y it22340078" userId="S::it22340078@my.sliit.lk::ea461b93-6b54-4aa9-941d-d7caca5aae22" providerId="AD" clId="Web-{E49FECB9-EBD7-4321-43F4-ACB7B2868B51}" dt="2026-05-04T04:26:04.377" v="625" actId="14100"/>
      <pc:docMkLst>
        <pc:docMk/>
      </pc:docMkLst>
      <pc:sldChg chg="addSp delSp modSp mod modShow">
        <pc:chgData name="SANJULA E A Y it22340078" userId="S::it22340078@my.sliit.lk::ea461b93-6b54-4aa9-941d-d7caca5aae22" providerId="AD" clId="Web-{E49FECB9-EBD7-4321-43F4-ACB7B2868B51}" dt="2026-05-04T04:07:18.411" v="312"/>
        <pc:sldMkLst>
          <pc:docMk/>
          <pc:sldMk cId="1059694537" sldId="294"/>
        </pc:sldMkLst>
      </pc:sldChg>
      <pc:sldChg chg="mod modShow">
        <pc:chgData name="SANJULA E A Y it22340078" userId="S::it22340078@my.sliit.lk::ea461b93-6b54-4aa9-941d-d7caca5aae22" providerId="AD" clId="Web-{E49FECB9-EBD7-4321-43F4-ACB7B2868B51}" dt="2026-05-04T03:53:25.901" v="1"/>
        <pc:sldMkLst>
          <pc:docMk/>
          <pc:sldMk cId="1599822398" sldId="298"/>
        </pc:sldMkLst>
      </pc:sldChg>
      <pc:sldChg chg="addSp delSp modSp new ord">
        <pc:chgData name="SANJULA E A Y it22340078" userId="S::it22340078@my.sliit.lk::ea461b93-6b54-4aa9-941d-d7caca5aae22" providerId="AD" clId="Web-{E49FECB9-EBD7-4321-43F4-ACB7B2868B51}" dt="2026-05-04T04:02:48.547" v="304" actId="20577"/>
        <pc:sldMkLst>
          <pc:docMk/>
          <pc:sldMk cId="2334797874" sldId="299"/>
        </pc:sldMkLst>
        <pc:spChg chg="add mod">
          <ac:chgData name="SANJULA E A Y it22340078" userId="S::it22340078@my.sliit.lk::ea461b93-6b54-4aa9-941d-d7caca5aae22" providerId="AD" clId="Web-{E49FECB9-EBD7-4321-43F4-ACB7B2868B51}" dt="2026-05-04T04:01:49.608" v="294" actId="1076"/>
          <ac:spMkLst>
            <pc:docMk/>
            <pc:sldMk cId="2334797874" sldId="299"/>
            <ac:spMk id="5" creationId="{70D7FDDF-9D97-FED7-B807-98F912EEA24B}"/>
          </ac:spMkLst>
        </pc:spChg>
        <pc:spChg chg="add mod">
          <ac:chgData name="SANJULA E A Y it22340078" userId="S::it22340078@my.sliit.lk::ea461b93-6b54-4aa9-941d-d7caca5aae22" providerId="AD" clId="Web-{E49FECB9-EBD7-4321-43F4-ACB7B2868B51}" dt="2026-05-04T03:58:53.213" v="209" actId="20577"/>
          <ac:spMkLst>
            <pc:docMk/>
            <pc:sldMk cId="2334797874" sldId="299"/>
            <ac:spMk id="9" creationId="{F496EBF2-1DB2-C72C-31D0-97A759BF713B}"/>
          </ac:spMkLst>
        </pc:spChg>
        <pc:spChg chg="add mod">
          <ac:chgData name="SANJULA E A Y it22340078" userId="S::it22340078@my.sliit.lk::ea461b93-6b54-4aa9-941d-d7caca5aae22" providerId="AD" clId="Web-{E49FECB9-EBD7-4321-43F4-ACB7B2868B51}" dt="2026-05-04T04:02:48.547" v="304" actId="20577"/>
          <ac:spMkLst>
            <pc:docMk/>
            <pc:sldMk cId="2334797874" sldId="299"/>
            <ac:spMk id="11" creationId="{B05DA01C-A498-775A-5FCF-2381F1F0A9FA}"/>
          </ac:spMkLst>
        </pc:spChg>
        <pc:picChg chg="add mod">
          <ac:chgData name="SANJULA E A Y it22340078" userId="S::it22340078@my.sliit.lk::ea461b93-6b54-4aa9-941d-d7caca5aae22" providerId="AD" clId="Web-{E49FECB9-EBD7-4321-43F4-ACB7B2868B51}" dt="2026-05-04T03:58:17.914" v="181" actId="1076"/>
          <ac:picMkLst>
            <pc:docMk/>
            <pc:sldMk cId="2334797874" sldId="299"/>
            <ac:picMk id="6" creationId="{B5C57396-7CCB-D8BD-CF73-EDD3C647D8ED}"/>
          </ac:picMkLst>
        </pc:picChg>
      </pc:sldChg>
      <pc:sldChg chg="addSp delSp modSp new">
        <pc:chgData name="SANJULA E A Y it22340078" userId="S::it22340078@my.sliit.lk::ea461b93-6b54-4aa9-941d-d7caca5aae22" providerId="AD" clId="Web-{E49FECB9-EBD7-4321-43F4-ACB7B2868B51}" dt="2026-05-04T04:22:29.337" v="596"/>
        <pc:sldMkLst>
          <pc:docMk/>
          <pc:sldMk cId="806777520" sldId="300"/>
        </pc:sldMkLst>
        <pc:graphicFrameChg chg="add mod modGraphic">
          <ac:chgData name="SANJULA E A Y it22340078" userId="S::it22340078@my.sliit.lk::ea461b93-6b54-4aa9-941d-d7caca5aae22" providerId="AD" clId="Web-{E49FECB9-EBD7-4321-43F4-ACB7B2868B51}" dt="2026-05-04T04:22:29.337" v="596"/>
          <ac:graphicFrameMkLst>
            <pc:docMk/>
            <pc:sldMk cId="806777520" sldId="300"/>
            <ac:graphicFrameMk id="4" creationId="{D9002CF3-C1FD-EE1B-7D2C-5D94106C344C}"/>
          </ac:graphicFrameMkLst>
        </pc:graphicFrameChg>
      </pc:sldChg>
      <pc:sldChg chg="new">
        <pc:chgData name="SANJULA E A Y it22340078" userId="S::it22340078@my.sliit.lk::ea461b93-6b54-4aa9-941d-d7caca5aae22" providerId="AD" clId="Web-{E49FECB9-EBD7-4321-43F4-ACB7B2868B51}" dt="2026-05-04T04:16:08.469" v="411"/>
        <pc:sldMkLst>
          <pc:docMk/>
          <pc:sldMk cId="4098444966" sldId="301"/>
        </pc:sldMkLst>
      </pc:sldChg>
      <pc:sldChg chg="addSp delSp modSp new">
        <pc:chgData name="SANJULA E A Y it22340078" userId="S::it22340078@my.sliit.lk::ea461b93-6b54-4aa9-941d-d7caca5aae22" providerId="AD" clId="Web-{E49FECB9-EBD7-4321-43F4-ACB7B2868B51}" dt="2026-05-04T04:26:04.377" v="625" actId="14100"/>
        <pc:sldMkLst>
          <pc:docMk/>
          <pc:sldMk cId="304375118" sldId="302"/>
        </pc:sldMkLst>
        <pc:spChg chg="add">
          <ac:chgData name="SANJULA E A Y it22340078" userId="S::it22340078@my.sliit.lk::ea461b93-6b54-4aa9-941d-d7caca5aae22" providerId="AD" clId="Web-{E49FECB9-EBD7-4321-43F4-ACB7B2868B51}" dt="2026-05-04T04:24:50.887" v="599"/>
          <ac:spMkLst>
            <pc:docMk/>
            <pc:sldMk cId="304375118" sldId="302"/>
            <ac:spMk id="3" creationId="{4C1BB9FD-2A5A-496E-ACE7-6661D189682F}"/>
          </ac:spMkLst>
        </pc:spChg>
        <pc:spChg chg="add mod">
          <ac:chgData name="SANJULA E A Y it22340078" userId="S::it22340078@my.sliit.lk::ea461b93-6b54-4aa9-941d-d7caca5aae22" providerId="AD" clId="Web-{E49FECB9-EBD7-4321-43F4-ACB7B2868B51}" dt="2026-05-04T04:25:21.249" v="617" actId="20577"/>
          <ac:spMkLst>
            <pc:docMk/>
            <pc:sldMk cId="304375118" sldId="302"/>
            <ac:spMk id="5" creationId="{48A74DCC-B09D-4711-A972-F5B64BF0F19A}"/>
          </ac:spMkLst>
        </pc:spChg>
        <pc:spChg chg="add mod">
          <ac:chgData name="SANJULA E A Y it22340078" userId="S::it22340078@my.sliit.lk::ea461b93-6b54-4aa9-941d-d7caca5aae22" providerId="AD" clId="Web-{E49FECB9-EBD7-4321-43F4-ACB7B2868B51}" dt="2026-05-04T04:26:04.377" v="625" actId="14100"/>
          <ac:spMkLst>
            <pc:docMk/>
            <pc:sldMk cId="304375118" sldId="302"/>
            <ac:spMk id="7" creationId="{C7D6022C-C14B-85B1-8FAA-1BC249EFBFED}"/>
          </ac:spMkLst>
        </pc:spChg>
        <pc:picChg chg="add">
          <ac:chgData name="SANJULA E A Y it22340078" userId="S::it22340078@my.sliit.lk::ea461b93-6b54-4aa9-941d-d7caca5aae22" providerId="AD" clId="Web-{E49FECB9-EBD7-4321-43F4-ACB7B2868B51}" dt="2026-05-04T04:24:50.887" v="599"/>
          <ac:picMkLst>
            <pc:docMk/>
            <pc:sldMk cId="304375118" sldId="302"/>
            <ac:picMk id="4" creationId="{F0876B07-D455-40B8-8952-C4E6AD1732D7}"/>
          </ac:picMkLst>
        </pc:picChg>
      </pc:sldChg>
    </pc:docChg>
  </pc:docChgLst>
  <pc:docChgLst>
    <pc:chgData name="DE SILVA H S it22887580" userId="S::it22887580@my.sliit.lk::bf1d7fdd-675c-493e-b780-58b257cd2a7c" providerId="AD" clId="Web-{CDF6C6C6-D52A-0D17-A7F4-71C9F377EED2}"/>
    <pc:docChg chg="modSld">
      <pc:chgData name="DE SILVA H S it22887580" userId="S::it22887580@my.sliit.lk::bf1d7fdd-675c-493e-b780-58b257cd2a7c" providerId="AD" clId="Web-{CDF6C6C6-D52A-0D17-A7F4-71C9F377EED2}" dt="2026-05-04T04:34:08.079" v="91" actId="1076"/>
      <pc:docMkLst>
        <pc:docMk/>
      </pc:docMkLst>
      <pc:sldChg chg="addSp modSp">
        <pc:chgData name="DE SILVA H S it22887580" userId="S::it22887580@my.sliit.lk::bf1d7fdd-675c-493e-b780-58b257cd2a7c" providerId="AD" clId="Web-{CDF6C6C6-D52A-0D17-A7F4-71C9F377EED2}" dt="2026-05-04T04:34:08.079" v="91" actId="1076"/>
        <pc:sldMkLst>
          <pc:docMk/>
          <pc:sldMk cId="1059694537" sldId="294"/>
        </pc:sldMkLst>
        <pc:spChg chg="add mod">
          <ac:chgData name="DE SILVA H S it22887580" userId="S::it22887580@my.sliit.lk::bf1d7fdd-675c-493e-b780-58b257cd2a7c" providerId="AD" clId="Web-{CDF6C6C6-D52A-0D17-A7F4-71C9F377EED2}" dt="2026-05-04T04:34:08.079" v="91" actId="1076"/>
          <ac:spMkLst>
            <pc:docMk/>
            <pc:sldMk cId="1059694537" sldId="294"/>
            <ac:spMk id="2" creationId="{CA763FA5-270C-E277-FEAC-6FADF0A04C85}"/>
          </ac:spMkLst>
        </pc:spChg>
      </pc:sldChg>
      <pc:sldChg chg="modSp">
        <pc:chgData name="DE SILVA H S it22887580" userId="S::it22887580@my.sliit.lk::bf1d7fdd-675c-493e-b780-58b257cd2a7c" providerId="AD" clId="Web-{CDF6C6C6-D52A-0D17-A7F4-71C9F377EED2}" dt="2026-05-04T04:29:19.541" v="67"/>
        <pc:sldMkLst>
          <pc:docMk/>
          <pc:sldMk cId="806777520" sldId="300"/>
        </pc:sldMkLst>
        <pc:graphicFrameChg chg="mod modGraphic">
          <ac:chgData name="DE SILVA H S it22887580" userId="S::it22887580@my.sliit.lk::bf1d7fdd-675c-493e-b780-58b257cd2a7c" providerId="AD" clId="Web-{CDF6C6C6-D52A-0D17-A7F4-71C9F377EED2}" dt="2026-05-04T04:29:19.541" v="67"/>
          <ac:graphicFrameMkLst>
            <pc:docMk/>
            <pc:sldMk cId="806777520" sldId="300"/>
            <ac:graphicFrameMk id="4" creationId="{D9002CF3-C1FD-EE1B-7D2C-5D94106C344C}"/>
          </ac:graphicFrameMkLst>
        </pc:graphicFrameChg>
      </pc:sldChg>
    </pc:docChg>
  </pc:docChgLst>
  <pc:docChgLst>
    <pc:chgData name="NUSFA M R F it22908742" userId="S::it22908742@my.sliit.lk::c0a091c8-063f-46e1-b482-3dc79bcbfdb0" providerId="AD" clId="Web-{9576DB8F-8FDA-0CB9-A107-315358B0E1B4}"/>
    <pc:docChg chg="modSld">
      <pc:chgData name="NUSFA M R F it22908742" userId="S::it22908742@my.sliit.lk::c0a091c8-063f-46e1-b482-3dc79bcbfdb0" providerId="AD" clId="Web-{9576DB8F-8FDA-0CB9-A107-315358B0E1B4}" dt="2026-05-05T17:41:35.595" v="63"/>
      <pc:docMkLst>
        <pc:docMk/>
      </pc:docMkLst>
      <pc:sldChg chg="modSp">
        <pc:chgData name="NUSFA M R F it22908742" userId="S::it22908742@my.sliit.lk::c0a091c8-063f-46e1-b482-3dc79bcbfdb0" providerId="AD" clId="Web-{9576DB8F-8FDA-0CB9-A107-315358B0E1B4}" dt="2026-05-05T17:41:35.595" v="63"/>
        <pc:sldMkLst>
          <pc:docMk/>
          <pc:sldMk cId="806777520" sldId="300"/>
        </pc:sldMkLst>
        <pc:graphicFrameChg chg="mod modGraphic">
          <ac:chgData name="NUSFA M R F it22908742" userId="S::it22908742@my.sliit.lk::c0a091c8-063f-46e1-b482-3dc79bcbfdb0" providerId="AD" clId="Web-{9576DB8F-8FDA-0CB9-A107-315358B0E1B4}" dt="2026-05-05T17:41:35.595" v="63"/>
          <ac:graphicFrameMkLst>
            <pc:docMk/>
            <pc:sldMk cId="806777520" sldId="300"/>
            <ac:graphicFrameMk id="4" creationId="{D9002CF3-C1FD-EE1B-7D2C-5D94106C344C}"/>
          </ac:graphicFrameMkLst>
        </pc:graphicFrameChg>
      </pc:sldChg>
    </pc:docChg>
  </pc:docChgLst>
  <pc:docChgLst>
    <pc:chgData name="SANJULA E A Y it22340078" userId="S::it22340078@my.sliit.lk::ea461b93-6b54-4aa9-941d-d7caca5aae22" providerId="AD" clId="Web-{478CE7E5-C277-2B72-5253-ABADBE8492D3}"/>
    <pc:docChg chg="addSld modSld sldOrd">
      <pc:chgData name="SANJULA E A Y it22340078" userId="S::it22340078@my.sliit.lk::ea461b93-6b54-4aa9-941d-d7caca5aae22" providerId="AD" clId="Web-{478CE7E5-C277-2B72-5253-ABADBE8492D3}" dt="2026-05-05T18:33:03.191" v="763" actId="1076"/>
      <pc:docMkLst>
        <pc:docMk/>
      </pc:docMkLst>
      <pc:sldChg chg="addSp modSp mod modShow">
        <pc:chgData name="SANJULA E A Y it22340078" userId="S::it22340078@my.sliit.lk::ea461b93-6b54-4aa9-941d-d7caca5aae22" providerId="AD" clId="Web-{478CE7E5-C277-2B72-5253-ABADBE8492D3}" dt="2026-05-05T17:49:31.719" v="36" actId="14100"/>
        <pc:sldMkLst>
          <pc:docMk/>
          <pc:sldMk cId="1059694537" sldId="294"/>
        </pc:sldMkLst>
        <pc:spChg chg="mod">
          <ac:chgData name="SANJULA E A Y it22340078" userId="S::it22340078@my.sliit.lk::ea461b93-6b54-4aa9-941d-d7caca5aae22" providerId="AD" clId="Web-{478CE7E5-C277-2B72-5253-ABADBE8492D3}" dt="2026-05-05T17:36:14.452" v="27" actId="20577"/>
          <ac:spMkLst>
            <pc:docMk/>
            <pc:sldMk cId="1059694537" sldId="294"/>
            <ac:spMk id="2" creationId="{CA763FA5-270C-E277-FEAC-6FADF0A04C85}"/>
          </ac:spMkLst>
        </pc:spChg>
        <pc:spChg chg="add mod">
          <ac:chgData name="SANJULA E A Y it22340078" userId="S::it22340078@my.sliit.lk::ea461b93-6b54-4aa9-941d-d7caca5aae22" providerId="AD" clId="Web-{478CE7E5-C277-2B72-5253-ABADBE8492D3}" dt="2026-05-05T17:49:31.719" v="36" actId="14100"/>
          <ac:spMkLst>
            <pc:docMk/>
            <pc:sldMk cId="1059694537" sldId="294"/>
            <ac:spMk id="3" creationId="{B0E05464-7483-86DB-09BA-B68674D4ECA2}"/>
          </ac:spMkLst>
        </pc:spChg>
      </pc:sldChg>
      <pc:sldChg chg="modSp">
        <pc:chgData name="SANJULA E A Y it22340078" userId="S::it22340078@my.sliit.lk::ea461b93-6b54-4aa9-941d-d7caca5aae22" providerId="AD" clId="Web-{478CE7E5-C277-2B72-5253-ABADBE8492D3}" dt="2026-05-05T17:34:55.544" v="13"/>
        <pc:sldMkLst>
          <pc:docMk/>
          <pc:sldMk cId="806777520" sldId="300"/>
        </pc:sldMkLst>
        <pc:graphicFrameChg chg="mod modGraphic">
          <ac:chgData name="SANJULA E A Y it22340078" userId="S::it22340078@my.sliit.lk::ea461b93-6b54-4aa9-941d-d7caca5aae22" providerId="AD" clId="Web-{478CE7E5-C277-2B72-5253-ABADBE8492D3}" dt="2026-05-05T17:34:55.544" v="13"/>
          <ac:graphicFrameMkLst>
            <pc:docMk/>
            <pc:sldMk cId="806777520" sldId="300"/>
            <ac:graphicFrameMk id="4" creationId="{D9002CF3-C1FD-EE1B-7D2C-5D94106C344C}"/>
          </ac:graphicFrameMkLst>
        </pc:graphicFrameChg>
      </pc:sldChg>
      <pc:sldChg chg="modSp new ord">
        <pc:chgData name="SANJULA E A Y it22340078" userId="S::it22340078@my.sliit.lk::ea461b93-6b54-4aa9-941d-d7caca5aae22" providerId="AD" clId="Web-{478CE7E5-C277-2B72-5253-ABADBE8492D3}" dt="2026-05-05T18:33:03.191" v="763" actId="1076"/>
        <pc:sldMkLst>
          <pc:docMk/>
          <pc:sldMk cId="1209014549" sldId="304"/>
        </pc:sldMkLst>
        <pc:spChg chg="mod">
          <ac:chgData name="SANJULA E A Y it22340078" userId="S::it22340078@my.sliit.lk::ea461b93-6b54-4aa9-941d-d7caca5aae22" providerId="AD" clId="Web-{478CE7E5-C277-2B72-5253-ABADBE8492D3}" dt="2026-05-05T18:33:03.191" v="763" actId="1076"/>
          <ac:spMkLst>
            <pc:docMk/>
            <pc:sldMk cId="1209014549" sldId="304"/>
            <ac:spMk id="3" creationId="{E1E266A4-2A0F-94C7-D901-7999BCDF1C73}"/>
          </ac:spMkLst>
        </pc:spChg>
      </pc:sldChg>
    </pc:docChg>
  </pc:docChgLst>
  <pc:docChgLst>
    <pc:chgData name="SANJULA E A Y it22340078" userId="S::it22340078@my.sliit.lk::ea461b93-6b54-4aa9-941d-d7caca5aae22" providerId="AD" clId="Web-{C7AB9CE4-6440-2502-9CAE-BE895E6E053D}"/>
    <pc:docChg chg="modSld">
      <pc:chgData name="SANJULA E A Y it22340078" userId="S::it22340078@my.sliit.lk::ea461b93-6b54-4aa9-941d-d7caca5aae22" providerId="AD" clId="Web-{C7AB9CE4-6440-2502-9CAE-BE895E6E053D}" dt="2026-05-03T22:00:24.966" v="4" actId="20577"/>
      <pc:docMkLst>
        <pc:docMk/>
      </pc:docMkLst>
    </pc:docChg>
  </pc:docChgLst>
  <pc:docChgLst>
    <pc:chgData name="Salgado M.B.D it21289934" userId="S::it21289934@my.sliit.lk::e1bf1c95-3d8d-4b14-a05c-e17445895f80" providerId="AD" clId="Web-{9E8A0014-8219-35E4-0E58-57CB626A68E3}"/>
    <pc:docChg chg="addSld modSld sldOrd">
      <pc:chgData name="Salgado M.B.D it21289934" userId="S::it21289934@my.sliit.lk::e1bf1c95-3d8d-4b14-a05c-e17445895f80" providerId="AD" clId="Web-{9E8A0014-8219-35E4-0E58-57CB626A68E3}" dt="2026-05-04T02:53:48.307" v="102"/>
      <pc:docMkLst>
        <pc:docMk/>
      </pc:docMkLst>
      <pc:sldChg chg="addSp delSp modSp ord">
        <pc:chgData name="Salgado M.B.D it21289934" userId="S::it21289934@my.sliit.lk::e1bf1c95-3d8d-4b14-a05c-e17445895f80" providerId="AD" clId="Web-{9E8A0014-8219-35E4-0E58-57CB626A68E3}" dt="2026-05-04T02:53:48.307" v="102"/>
        <pc:sldMkLst>
          <pc:docMk/>
          <pc:sldMk cId="797111271" sldId="297"/>
        </pc:sldMkLst>
        <pc:spChg chg="mod">
          <ac:chgData name="Salgado M.B.D it21289934" userId="S::it21289934@my.sliit.lk::e1bf1c95-3d8d-4b14-a05c-e17445895f80" providerId="AD" clId="Web-{9E8A0014-8219-35E4-0E58-57CB626A68E3}" dt="2026-05-04T02:47:27.633" v="90" actId="20577"/>
          <ac:spMkLst>
            <pc:docMk/>
            <pc:sldMk cId="797111271" sldId="297"/>
            <ac:spMk id="2" creationId="{2E5EE8EC-F78A-A9B2-4792-5362E4061BBE}"/>
          </ac:spMkLst>
        </pc:spChg>
        <pc:spChg chg="mod">
          <ac:chgData name="Salgado M.B.D it21289934" userId="S::it21289934@my.sliit.lk::e1bf1c95-3d8d-4b14-a05c-e17445895f80" providerId="AD" clId="Web-{9E8A0014-8219-35E4-0E58-57CB626A68E3}" dt="2026-05-04T02:45:24.601" v="62" actId="20577"/>
          <ac:spMkLst>
            <pc:docMk/>
            <pc:sldMk cId="797111271" sldId="297"/>
            <ac:spMk id="23" creationId="{75E87E7E-828D-9290-4E5F-D7BBBD4E17B8}"/>
          </ac:spMkLst>
        </pc:spChg>
        <pc:spChg chg="mod">
          <ac:chgData name="Salgado M.B.D it21289934" userId="S::it21289934@my.sliit.lk::e1bf1c95-3d8d-4b14-a05c-e17445895f80" providerId="AD" clId="Web-{9E8A0014-8219-35E4-0E58-57CB626A68E3}" dt="2026-05-04T02:47:08.133" v="77" actId="20577"/>
          <ac:spMkLst>
            <pc:docMk/>
            <pc:sldMk cId="797111271" sldId="297"/>
            <ac:spMk id="25" creationId="{22C2C3BE-ADD1-A503-6364-9BDF73DD2058}"/>
          </ac:spMkLst>
        </pc:spChg>
        <pc:spChg chg="mod">
          <ac:chgData name="Salgado M.B.D it21289934" userId="S::it21289934@my.sliit.lk::e1bf1c95-3d8d-4b14-a05c-e17445895f80" providerId="AD" clId="Web-{9E8A0014-8219-35E4-0E58-57CB626A68E3}" dt="2026-05-04T02:53:32.338" v="101" actId="1076"/>
          <ac:spMkLst>
            <pc:docMk/>
            <pc:sldMk cId="797111271" sldId="297"/>
            <ac:spMk id="27" creationId="{8C087B52-196C-466E-F710-3D61410B06BB}"/>
          </ac:spMkLst>
        </pc:spChg>
        <pc:picChg chg="add mod">
          <ac:chgData name="Salgado M.B.D it21289934" userId="S::it21289934@my.sliit.lk::e1bf1c95-3d8d-4b14-a05c-e17445895f80" providerId="AD" clId="Web-{9E8A0014-8219-35E4-0E58-57CB626A68E3}" dt="2026-05-04T02:48:53.602" v="95" actId="1076"/>
          <ac:picMkLst>
            <pc:docMk/>
            <pc:sldMk cId="797111271" sldId="297"/>
            <ac:picMk id="3" creationId="{307CDF67-A2E3-FAB1-9C43-DF775FB1B88A}"/>
          </ac:picMkLst>
        </pc:picChg>
      </pc:sldChg>
      <pc:sldChg chg="add replId">
        <pc:chgData name="Salgado M.B.D it21289934" userId="S::it21289934@my.sliit.lk::e1bf1c95-3d8d-4b14-a05c-e17445895f80" providerId="AD" clId="Web-{9E8A0014-8219-35E4-0E58-57CB626A68E3}" dt="2026-05-04T02:35:33.064" v="0"/>
        <pc:sldMkLst>
          <pc:docMk/>
          <pc:sldMk cId="1599822398" sldId="2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5/7/2026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5/7/2026</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002CF3-C1FD-EE1B-7D2C-5D94106C344C}"/>
              </a:ext>
            </a:extLst>
          </p:cNvPr>
          <p:cNvGraphicFramePr>
            <a:graphicFrameLocks noGrp="1"/>
          </p:cNvGraphicFramePr>
          <p:nvPr>
            <p:extLst>
              <p:ext uri="{D42A27DB-BD31-4B8C-83A1-F6EECF244321}">
                <p14:modId xmlns:p14="http://schemas.microsoft.com/office/powerpoint/2010/main" val="3368120025"/>
              </p:ext>
            </p:extLst>
          </p:nvPr>
        </p:nvGraphicFramePr>
        <p:xfrm>
          <a:off x="584043" y="1578729"/>
          <a:ext cx="11347650" cy="4588970"/>
        </p:xfrm>
        <a:graphic>
          <a:graphicData uri="http://schemas.openxmlformats.org/drawingml/2006/table">
            <a:tbl>
              <a:tblPr firstRow="1" bandRow="1">
                <a:tableStyleId>{5C22544A-7EE6-4342-B048-85BDC9FD1C3A}</a:tableStyleId>
              </a:tblPr>
              <a:tblGrid>
                <a:gridCol w="3782550">
                  <a:extLst>
                    <a:ext uri="{9D8B030D-6E8A-4147-A177-3AD203B41FA5}">
                      <a16:colId xmlns:a16="http://schemas.microsoft.com/office/drawing/2014/main" val="400332638"/>
                    </a:ext>
                  </a:extLst>
                </a:gridCol>
                <a:gridCol w="3782550">
                  <a:extLst>
                    <a:ext uri="{9D8B030D-6E8A-4147-A177-3AD203B41FA5}">
                      <a16:colId xmlns:a16="http://schemas.microsoft.com/office/drawing/2014/main" val="2407011503"/>
                    </a:ext>
                  </a:extLst>
                </a:gridCol>
                <a:gridCol w="3782550">
                  <a:extLst>
                    <a:ext uri="{9D8B030D-6E8A-4147-A177-3AD203B41FA5}">
                      <a16:colId xmlns:a16="http://schemas.microsoft.com/office/drawing/2014/main" val="1553564897"/>
                    </a:ext>
                  </a:extLst>
                </a:gridCol>
              </a:tblGrid>
              <a:tr h="870410">
                <a:tc>
                  <a:txBody>
                    <a:bodyPr/>
                    <a:lstStyle/>
                    <a:p>
                      <a:pPr lvl="0" algn="ctr">
                        <a:buNone/>
                      </a:pPr>
                      <a:r>
                        <a:rPr lang="en-US">
                          <a:effectLst/>
                        </a:rPr>
                        <a:t>Member Name</a:t>
                      </a:r>
                      <a:endParaRPr lang="en-US"/>
                    </a:p>
                  </a:txBody>
                  <a:tcPr anchor="ct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27813" cap="flat" cmpd="sng" algn="ctr">
                      <a:solidFill>
                        <a:srgbClr val="FFFFFF"/>
                      </a:solidFill>
                      <a:prstDash val="solid"/>
                      <a:round/>
                      <a:headEnd type="none" w="med" len="med"/>
                      <a:tailEnd type="none" w="med" len="med"/>
                    </a:lnB>
                  </a:tcPr>
                </a:tc>
                <a:tc>
                  <a:txBody>
                    <a:bodyPr/>
                    <a:lstStyle/>
                    <a:p>
                      <a:pPr algn="ctr" fontAlgn="t">
                        <a:buNone/>
                      </a:pPr>
                      <a:r>
                        <a:rPr lang="en-US">
                          <a:effectLst/>
                        </a:rPr>
                        <a:t>Comments</a:t>
                      </a:r>
                    </a:p>
                  </a:txBody>
                  <a:tcPr anchor="ct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27813" cap="flat" cmpd="sng" algn="ctr">
                      <a:solidFill>
                        <a:srgbClr val="FFFFFF"/>
                      </a:solidFill>
                      <a:prstDash val="solid"/>
                      <a:round/>
                      <a:headEnd type="none" w="med" len="med"/>
                      <a:tailEnd type="none" w="med" len="med"/>
                    </a:lnB>
                  </a:tcPr>
                </a:tc>
                <a:tc>
                  <a:txBody>
                    <a:bodyPr/>
                    <a:lstStyle/>
                    <a:p>
                      <a:pPr algn="ctr" fontAlgn="t">
                        <a:buNone/>
                      </a:pPr>
                      <a:r>
                        <a:rPr lang="en-US">
                          <a:effectLst/>
                        </a:rPr>
                        <a:t>How it was addressed</a:t>
                      </a:r>
                    </a:p>
                  </a:txBody>
                  <a:tcPr anchor="ct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2781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03652732"/>
                  </a:ext>
                </a:extLst>
              </a:tr>
              <a:tr h="497377">
                <a:tc>
                  <a:txBody>
                    <a:bodyPr/>
                    <a:lstStyle/>
                    <a:p>
                      <a:pPr lvl="0" algn="l">
                        <a:buNone/>
                      </a:pPr>
                      <a:r>
                        <a:rPr lang="en-US" sz="1200" b="0" kern="1200" noProof="0" dirty="0">
                          <a:solidFill>
                            <a:schemeClr val="tx1"/>
                          </a:solidFill>
                          <a:effectLst/>
                          <a:latin typeface="+mn-lt"/>
                          <a:ea typeface="+mn-ea"/>
                          <a:cs typeface="+mn-cs"/>
                        </a:rPr>
                        <a:t>MRF </a:t>
                      </a:r>
                      <a:r>
                        <a:rPr lang="en-US" sz="1200" b="0" kern="1200" noProof="0" dirty="0" err="1">
                          <a:solidFill>
                            <a:schemeClr val="tx1"/>
                          </a:solidFill>
                          <a:effectLst/>
                          <a:latin typeface="+mn-lt"/>
                          <a:ea typeface="+mn-ea"/>
                          <a:cs typeface="+mn-cs"/>
                        </a:rPr>
                        <a:t>Nusfa</a:t>
                      </a:r>
                      <a:endParaRPr lang="en-US" sz="1200" b="0" kern="1200" dirty="0">
                        <a:solidFill>
                          <a:schemeClr val="tx1"/>
                        </a:solidFill>
                        <a:effectLst/>
                        <a:latin typeface="+mn-lt"/>
                        <a:ea typeface="+mn-ea"/>
                        <a:cs typeface="+mn-cs"/>
                      </a:endParaRPr>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27813"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tc>
                  <a:txBody>
                    <a:bodyPr/>
                    <a:lstStyle/>
                    <a:p>
                      <a:pPr lvl="0">
                        <a:buNone/>
                      </a:pPr>
                      <a:r>
                        <a:rPr lang="en-US" sz="1400" b="0" i="0" u="none" strike="noStrike" noProof="0">
                          <a:effectLst/>
                          <a:latin typeface="Cambria"/>
                          <a:ea typeface="Cambria"/>
                        </a:rPr>
                        <a:t>Quarantine notification mechanism should be implemented for the admin dashboard</a:t>
                      </a:r>
                      <a:endParaRPr lang="en-US" sz="1400"/>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27813"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tc>
                  <a:txBody>
                    <a:bodyPr/>
                    <a:lstStyle/>
                    <a:p>
                      <a:pPr fontAlgn="t">
                        <a:buNone/>
                      </a:pPr>
                      <a:r>
                        <a:rPr lang="en-US" sz="1200" b="0" i="0" u="none" strike="noStrike" noProof="0">
                          <a:effectLst/>
                          <a:latin typeface="Cambria"/>
                          <a:ea typeface="Cambria"/>
                        </a:rPr>
                        <a:t>Enhanced the system by integrating a structured event logging and notification mechanism for Quarantined files. These events can be used by the admin dashboard to trigger notification.</a:t>
                      </a:r>
                      <a:endParaRPr lang="en-US" sz="1200"/>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27813"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818229719"/>
                  </a:ext>
                </a:extLst>
              </a:tr>
              <a:tr h="497377">
                <a:tc>
                  <a:txBody>
                    <a:bodyPr/>
                    <a:lstStyle/>
                    <a:p>
                      <a:pPr algn="l" fontAlgn="t">
                        <a:buNone/>
                      </a:pPr>
                      <a:r>
                        <a:rPr lang="en-US" sz="1200">
                          <a:effectLst/>
                        </a:rPr>
                        <a:t>Salgado M B D</a:t>
                      </a:r>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tc>
                  <a:txBody>
                    <a:bodyPr/>
                    <a:lstStyle/>
                    <a:p>
                      <a:pPr lvl="0">
                        <a:buNone/>
                      </a:pPr>
                      <a:r>
                        <a:rPr lang="en-US" sz="1400" b="0" i="0" u="none" strike="noStrike" noProof="0" dirty="0">
                          <a:effectLst/>
                          <a:latin typeface="Cambria"/>
                          <a:ea typeface="Cambria"/>
                        </a:rPr>
                        <a:t>Good progress. Consider a better visualizing demo for the final presentation.</a:t>
                      </a:r>
                      <a:endParaRPr lang="en-US" sz="1400" dirty="0"/>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tc>
                  <a:txBody>
                    <a:bodyPr/>
                    <a:lstStyle/>
                    <a:p>
                      <a:pPr lvl="0">
                        <a:buNone/>
                      </a:pPr>
                      <a:r>
                        <a:rPr lang="en-US" sz="1200" b="0" i="0" u="none" strike="noStrike" noProof="0">
                          <a:effectLst/>
                        </a:rPr>
                        <a:t>A Health Core visualization module was added to improve real-time anomaly insight and presentation clarity.</a:t>
                      </a:r>
                      <a:endParaRPr lang="en-US" sz="1200"/>
                    </a:p>
                  </a:txBody>
                  <a:tcPr>
                    <a:lnL w="9268" cap="flat" cmpd="sng" algn="ctr">
                      <a:solidFill>
                        <a:srgbClr val="FFFFFF"/>
                      </a:solidFill>
                      <a:prstDash val="solid"/>
                      <a:round/>
                      <a:headEnd type="none" w="med" len="med"/>
                      <a:tailEnd type="none" w="med" len="med"/>
                    </a:lnL>
                    <a:lnR w="9268" cap="flat" cmpd="sng" algn="ctr">
                      <a:solidFill>
                        <a:srgbClr val="FFFFFF"/>
                      </a:solidFill>
                      <a:prstDash val="solid"/>
                      <a:round/>
                      <a:headEnd type="none" w="med" len="med"/>
                      <a:tailEnd type="none" w="med" len="med"/>
                    </a:lnR>
                    <a:lnT w="9268" cap="flat" cmpd="sng" algn="ctr">
                      <a:solidFill>
                        <a:srgbClr val="FFFFFF"/>
                      </a:solidFill>
                      <a:prstDash val="solid"/>
                      <a:round/>
                      <a:headEnd type="none" w="med" len="med"/>
                      <a:tailEnd type="none" w="med" len="med"/>
                    </a:lnT>
                    <a:lnB w="9268"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518017002"/>
                  </a:ext>
                </a:extLst>
              </a:tr>
              <a:tr h="497377">
                <a:tc>
                  <a:txBody>
                    <a:bodyPr/>
                    <a:lstStyle/>
                    <a:p>
                      <a:pPr lvl="0" algn="l">
                        <a:buNone/>
                      </a:pPr>
                      <a:r>
                        <a:rPr lang="en-US" sz="1200">
                          <a:effectLst/>
                        </a:rPr>
                        <a:t>De Silva H S</a:t>
                      </a:r>
                    </a:p>
                  </a:txBody>
                  <a:tcPr>
                    <a:lnL w="9268">
                      <a:solidFill>
                        <a:srgbClr val="FFFFFF"/>
                      </a:solidFill>
                    </a:lnL>
                    <a:lnR w="9268">
                      <a:solidFill>
                        <a:srgbClr val="FFFFFF"/>
                      </a:solidFill>
                    </a:lnR>
                    <a:lnT w="9268">
                      <a:solidFill>
                        <a:srgbClr val="FFFFFF"/>
                      </a:solidFill>
                    </a:lnT>
                    <a:lnB w="9268" cap="flat" cmpd="sng" algn="ctr">
                      <a:solidFill>
                        <a:srgbClr val="FFFFFF"/>
                      </a:solidFill>
                      <a:prstDash val="solid"/>
                      <a:round/>
                      <a:headEnd type="none" w="med" len="med"/>
                      <a:tailEnd type="none" w="med" len="med"/>
                    </a:lnB>
                  </a:tcPr>
                </a:tc>
                <a:tc>
                  <a:txBody>
                    <a:bodyPr/>
                    <a:lstStyle/>
                    <a:p>
                      <a:pPr lvl="0">
                        <a:buNone/>
                      </a:pPr>
                      <a:r>
                        <a:rPr lang="en-US" sz="1400" b="0" i="0" u="none" strike="noStrike" baseline="0" noProof="0" dirty="0">
                          <a:solidFill>
                            <a:schemeClr val="tx1"/>
                          </a:solidFill>
                          <a:effectLst/>
                          <a:latin typeface="Cambria"/>
                          <a:ea typeface="Cambria"/>
                        </a:rPr>
                        <a:t>Need a better way to demonstrate the tampering of the logs. Current implementation shows the dynamic chunking, but student unable to demonstrate the verification in an effective manner. </a:t>
                      </a:r>
                      <a:endParaRPr lang="en-US" sz="1400" baseline="0" dirty="0">
                        <a:solidFill>
                          <a:schemeClr val="tx1"/>
                        </a:solidFill>
                      </a:endParaRPr>
                    </a:p>
                  </a:txBody>
                  <a:tcPr>
                    <a:lnL w="9268">
                      <a:solidFill>
                        <a:srgbClr val="FFFFFF"/>
                      </a:solidFill>
                    </a:lnL>
                    <a:lnR w="9268">
                      <a:solidFill>
                        <a:srgbClr val="FFFFFF"/>
                      </a:solidFill>
                    </a:lnR>
                    <a:lnT w="9268">
                      <a:solidFill>
                        <a:srgbClr val="FFFFFF"/>
                      </a:solidFill>
                    </a:lnT>
                    <a:lnB w="9268" cap="flat" cmpd="sng" algn="ctr">
                      <a:solidFill>
                        <a:srgbClr val="FFFFFF"/>
                      </a:solidFill>
                      <a:prstDash val="solid"/>
                      <a:round/>
                      <a:headEnd type="none" w="med" len="med"/>
                      <a:tailEnd type="none" w="med" len="med"/>
                    </a:lnB>
                  </a:tcPr>
                </a:tc>
                <a:tc>
                  <a:txBody>
                    <a:bodyPr/>
                    <a:lstStyle/>
                    <a:p>
                      <a:pPr lvl="0">
                        <a:buNone/>
                      </a:pPr>
                      <a:r>
                        <a:rPr lang="en-US" sz="1200" b="0" i="0" u="none" strike="noStrike" noProof="0" dirty="0">
                          <a:effectLst/>
                          <a:latin typeface="Cambria"/>
                          <a:ea typeface="Cambria"/>
                        </a:rPr>
                        <a:t>Added a live log tampering demo with side-by-side hash comparison view, clearly showing verification </a:t>
                      </a:r>
                      <a:r>
                        <a:rPr lang="en-US" sz="1200" b="0" i="0" u="none" strike="noStrike" noProof="0">
                          <a:effectLst/>
                          <a:latin typeface="Cambria"/>
                          <a:ea typeface="Cambria"/>
                        </a:rPr>
                        <a:t>failure when a chunk is modified</a:t>
                      </a:r>
                      <a:endParaRPr lang="en-US"/>
                    </a:p>
                  </a:txBody>
                  <a:tcPr>
                    <a:lnL w="9268">
                      <a:solidFill>
                        <a:srgbClr val="FFFFFF"/>
                      </a:solidFill>
                    </a:lnL>
                    <a:lnR w="9268">
                      <a:solidFill>
                        <a:srgbClr val="FFFFFF"/>
                      </a:solidFill>
                    </a:lnR>
                    <a:lnT w="9268">
                      <a:solidFill>
                        <a:srgbClr val="FFFFFF"/>
                      </a:solidFill>
                    </a:lnT>
                    <a:lnB w="9268"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238814234"/>
                  </a:ext>
                </a:extLst>
              </a:tr>
              <a:tr h="497377">
                <a:tc>
                  <a:txBody>
                    <a:bodyPr/>
                    <a:lstStyle/>
                    <a:p>
                      <a:pPr lvl="0" algn="l">
                        <a:buNone/>
                      </a:pPr>
                      <a:r>
                        <a:rPr lang="en-US" sz="1200">
                          <a:effectLst/>
                        </a:rPr>
                        <a:t>Sanjula E A Y</a:t>
                      </a:r>
                    </a:p>
                  </a:txBody>
                  <a:tcPr>
                    <a:lnL w="9268">
                      <a:solidFill>
                        <a:srgbClr val="FFFFFF"/>
                      </a:solidFill>
                    </a:lnL>
                    <a:lnR w="9268">
                      <a:solidFill>
                        <a:srgbClr val="FFFFFF"/>
                      </a:solidFill>
                    </a:lnR>
                    <a:lnT w="9268">
                      <a:solidFill>
                        <a:srgbClr val="FFFFFF"/>
                      </a:solidFill>
                    </a:lnT>
                    <a:lnB w="9268">
                      <a:solidFill>
                        <a:srgbClr val="FFFFFF"/>
                      </a:solidFill>
                    </a:lnB>
                  </a:tcPr>
                </a:tc>
                <a:tc>
                  <a:txBody>
                    <a:bodyPr/>
                    <a:lstStyle/>
                    <a:p>
                      <a:pPr lvl="0">
                        <a:buNone/>
                      </a:pPr>
                      <a:r>
                        <a:rPr lang="en-US" sz="1400" b="0" i="0" u="none" strike="noStrike" noProof="0" dirty="0">
                          <a:solidFill>
                            <a:srgbClr val="000000"/>
                          </a:solidFill>
                          <a:effectLst/>
                          <a:latin typeface="Cambria"/>
                          <a:ea typeface="Cambria"/>
                        </a:rPr>
                        <a:t>Try integrating a knowledgebase of benchmarks to improve the </a:t>
                      </a:r>
                      <a:r>
                        <a:rPr lang="en-US" sz="1400" b="0" i="0" u="none" strike="noStrike" noProof="0" dirty="0" err="1">
                          <a:solidFill>
                            <a:srgbClr val="000000"/>
                          </a:solidFill>
                          <a:effectLst/>
                          <a:latin typeface="Cambria"/>
                          <a:ea typeface="Cambria"/>
                        </a:rPr>
                        <a:t>TinyLLAMA</a:t>
                      </a:r>
                      <a:r>
                        <a:rPr lang="en-US" sz="1400" b="0" i="0" u="none" strike="noStrike" noProof="0" dirty="0">
                          <a:solidFill>
                            <a:srgbClr val="000000"/>
                          </a:solidFill>
                          <a:effectLst/>
                          <a:latin typeface="Cambria"/>
                          <a:ea typeface="Cambria"/>
                        </a:rPr>
                        <a:t> recommendations in a </a:t>
                      </a:r>
                      <a:r>
                        <a:rPr lang="en-US" sz="1400" b="0" i="0" u="none" strike="noStrike" noProof="0" dirty="0" err="1">
                          <a:solidFill>
                            <a:srgbClr val="000000"/>
                          </a:solidFill>
                          <a:effectLst/>
                          <a:latin typeface="Cambria"/>
                          <a:ea typeface="Cambria"/>
                        </a:rPr>
                        <a:t>standardadized</a:t>
                      </a:r>
                      <a:r>
                        <a:rPr lang="en-US" sz="1400" b="0" i="0" u="none" strike="noStrike" noProof="0" dirty="0">
                          <a:solidFill>
                            <a:srgbClr val="000000"/>
                          </a:solidFill>
                          <a:effectLst/>
                          <a:latin typeface="Cambria"/>
                          <a:ea typeface="Cambria"/>
                        </a:rPr>
                        <a:t> manner.</a:t>
                      </a:r>
                    </a:p>
                    <a:p>
                      <a:pPr lvl="0">
                        <a:buNone/>
                      </a:pPr>
                      <a:endParaRPr lang="en-US" sz="1200" b="0" i="0" u="none" strike="noStrike" noProof="0">
                        <a:solidFill>
                          <a:srgbClr val="000000"/>
                        </a:solidFill>
                        <a:effectLst/>
                        <a:latin typeface="Cambria"/>
                        <a:ea typeface="Cambria"/>
                      </a:endParaRPr>
                    </a:p>
                    <a:p>
                      <a:pPr lvl="0">
                        <a:buNone/>
                      </a:pPr>
                      <a:endParaRPr lang="en-US" sz="1200">
                        <a:effectLst/>
                      </a:endParaRPr>
                    </a:p>
                  </a:txBody>
                  <a:tcPr>
                    <a:lnL w="9268">
                      <a:solidFill>
                        <a:srgbClr val="FFFFFF"/>
                      </a:solidFill>
                    </a:lnL>
                    <a:lnR w="9268">
                      <a:solidFill>
                        <a:srgbClr val="FFFFFF"/>
                      </a:solidFill>
                    </a:lnR>
                    <a:lnT w="9268">
                      <a:solidFill>
                        <a:srgbClr val="FFFFFF"/>
                      </a:solidFill>
                    </a:lnT>
                    <a:lnB w="9268">
                      <a:solidFill>
                        <a:srgbClr val="FFFFFF"/>
                      </a:solidFill>
                    </a:lnB>
                  </a:tcPr>
                </a:tc>
                <a:tc>
                  <a:txBody>
                    <a:bodyPr/>
                    <a:lstStyle/>
                    <a:p>
                      <a:pPr lvl="0">
                        <a:buNone/>
                      </a:pPr>
                      <a:r>
                        <a:rPr lang="en-US" sz="1200" b="0" i="0" u="none" strike="noStrike" noProof="0">
                          <a:solidFill>
                            <a:srgbClr val="000000"/>
                          </a:solidFill>
                          <a:effectLst/>
                          <a:latin typeface="Cambria"/>
                          <a:ea typeface="Cambria"/>
                        </a:rPr>
                        <a:t>Moved to cloud and knowledge base added </a:t>
                      </a:r>
                    </a:p>
                    <a:p>
                      <a:pPr lvl="0">
                        <a:buNone/>
                      </a:pPr>
                      <a:endParaRPr lang="en-US" sz="1200">
                        <a:effectLst/>
                      </a:endParaRPr>
                    </a:p>
                  </a:txBody>
                  <a:tcPr>
                    <a:lnL w="9268">
                      <a:solidFill>
                        <a:srgbClr val="FFFFFF"/>
                      </a:solidFill>
                    </a:lnL>
                    <a:lnR w="9268">
                      <a:solidFill>
                        <a:srgbClr val="FFFFFF"/>
                      </a:solidFill>
                    </a:lnR>
                    <a:lnT w="9268">
                      <a:solidFill>
                        <a:srgbClr val="FFFFFF"/>
                      </a:solidFill>
                    </a:lnT>
                    <a:lnB w="9268">
                      <a:solidFill>
                        <a:srgbClr val="FFFFFF"/>
                      </a:solidFill>
                    </a:lnB>
                  </a:tcPr>
                </a:tc>
                <a:extLst>
                  <a:ext uri="{0D108BD9-81ED-4DB2-BD59-A6C34878D82A}">
                    <a16:rowId xmlns:a16="http://schemas.microsoft.com/office/drawing/2014/main" val="509391337"/>
                  </a:ext>
                </a:extLst>
              </a:tr>
            </a:tbl>
          </a:graphicData>
        </a:graphic>
      </p:graphicFrame>
      <p:sp>
        <p:nvSpPr>
          <p:cNvPr id="3" name="TextBox 2">
            <a:extLst>
              <a:ext uri="{FF2B5EF4-FFF2-40B4-BE49-F238E27FC236}">
                <a16:creationId xmlns:a16="http://schemas.microsoft.com/office/drawing/2014/main" id="{009B741B-D9EC-FE6A-7CCA-952E7235D305}"/>
              </a:ext>
            </a:extLst>
          </p:cNvPr>
          <p:cNvSpPr txBox="1"/>
          <p:nvPr/>
        </p:nvSpPr>
        <p:spPr>
          <a:xfrm>
            <a:off x="1372089" y="462030"/>
            <a:ext cx="9969942"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900" b="1" err="1">
                <a:latin typeface="Calibri"/>
                <a:ea typeface="Calibri"/>
                <a:cs typeface="Calibri"/>
              </a:rPr>
              <a:t>ForLens</a:t>
            </a:r>
            <a:r>
              <a:rPr lang="en-US" sz="2900" b="1">
                <a:latin typeface="Calibri"/>
                <a:ea typeface="Calibri"/>
                <a:cs typeface="Calibri"/>
              </a:rPr>
              <a:t> – A Lightweight AI-Driven Endpoint Security Solution for Real-Time Threat Detection in SMEs</a:t>
            </a:r>
            <a:endParaRPr lang="en-US"/>
          </a:p>
        </p:txBody>
      </p:sp>
    </p:spTree>
    <p:extLst>
      <p:ext uri="{BB962C8B-B14F-4D97-AF65-F5344CB8AC3E}">
        <p14:creationId xmlns:p14="http://schemas.microsoft.com/office/powerpoint/2010/main" val="8067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97F8-18BA-6DE8-8FCE-B59CECC6BB55}"/>
              </a:ext>
            </a:extLst>
          </p:cNvPr>
          <p:cNvSpPr>
            <a:spLocks noGrp="1"/>
          </p:cNvSpPr>
          <p:nvPr>
            <p:ph type="title"/>
          </p:nvPr>
        </p:nvSpPr>
        <p:spPr/>
        <p:txBody>
          <a:bodyPr>
            <a:normAutofit fontScale="90000"/>
          </a:bodyPr>
          <a:lstStyle/>
          <a:p>
            <a:r>
              <a:rPr lang="en-US" sz="2900" b="1" err="1">
                <a:latin typeface="Calibri"/>
                <a:ea typeface="Calibri"/>
                <a:cs typeface="Calibri"/>
              </a:rPr>
              <a:t>ForLens</a:t>
            </a:r>
            <a:r>
              <a:rPr lang="en-US" sz="2900" b="1" dirty="0">
                <a:latin typeface="Calibri"/>
                <a:ea typeface="Calibri"/>
                <a:cs typeface="Calibri"/>
              </a:rPr>
              <a:t> – A Lightweight AI-Driven Endpoint Security </a:t>
            </a:r>
            <a:r>
              <a:rPr lang="en-US" sz="2900" b="1">
                <a:latin typeface="Calibri"/>
                <a:ea typeface="Calibri"/>
                <a:cs typeface="Calibri"/>
              </a:rPr>
              <a:t>Solution for</a:t>
            </a:r>
            <a:r>
              <a:rPr lang="en-US" sz="2900" b="1" dirty="0">
                <a:latin typeface="Calibri"/>
                <a:ea typeface="Calibri"/>
                <a:cs typeface="Calibri"/>
              </a:rPr>
              <a:t> Real-Time Threat Detection in SMEs</a:t>
            </a:r>
            <a:endParaRPr lang="en-US" dirty="0"/>
          </a:p>
        </p:txBody>
      </p:sp>
      <p:sp>
        <p:nvSpPr>
          <p:cNvPr id="3" name="Rectangle 2">
            <a:extLst>
              <a:ext uri="{FF2B5EF4-FFF2-40B4-BE49-F238E27FC236}">
                <a16:creationId xmlns:a16="http://schemas.microsoft.com/office/drawing/2014/main" id="{4C1BB9FD-2A5A-496E-ACE7-6661D189682F}"/>
              </a:ext>
            </a:extLst>
          </p:cNvPr>
          <p:cNvSpPr/>
          <p:nvPr/>
        </p:nvSpPr>
        <p:spPr>
          <a:xfrm>
            <a:off x="155903" y="1448218"/>
            <a:ext cx="7571796" cy="449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F0876B07-D455-40B8-8952-C4E6AD1732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0756" y="746619"/>
            <a:ext cx="4291244" cy="5672772"/>
          </a:xfrm>
          <a:prstGeom prst="rect">
            <a:avLst/>
          </a:prstGeom>
        </p:spPr>
      </p:pic>
      <p:sp>
        <p:nvSpPr>
          <p:cNvPr id="5" name="TextBox 8">
            <a:extLst>
              <a:ext uri="{FF2B5EF4-FFF2-40B4-BE49-F238E27FC236}">
                <a16:creationId xmlns:a16="http://schemas.microsoft.com/office/drawing/2014/main" id="{48A74DCC-B09D-4711-A972-F5B64BF0F19A}"/>
              </a:ext>
            </a:extLst>
          </p:cNvPr>
          <p:cNvSpPr txBox="1"/>
          <p:nvPr/>
        </p:nvSpPr>
        <p:spPr>
          <a:xfrm>
            <a:off x="617768" y="1447800"/>
            <a:ext cx="6781800" cy="523220"/>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a:solidFill>
                  <a:schemeClr val="bg1"/>
                </a:solidFill>
              </a:rPr>
              <a:t>PROBLEM AND DESIGN EXCELLENCE</a:t>
            </a:r>
            <a:endParaRPr lang="en-US">
              <a:solidFill>
                <a:schemeClr val="bg1"/>
              </a:solidFill>
            </a:endParaRPr>
          </a:p>
        </p:txBody>
      </p:sp>
      <p:sp>
        <p:nvSpPr>
          <p:cNvPr id="7" name="TextBox 6">
            <a:extLst>
              <a:ext uri="{FF2B5EF4-FFF2-40B4-BE49-F238E27FC236}">
                <a16:creationId xmlns:a16="http://schemas.microsoft.com/office/drawing/2014/main" id="{C7D6022C-C14B-85B1-8FAA-1BC249EFBFED}"/>
              </a:ext>
            </a:extLst>
          </p:cNvPr>
          <p:cNvSpPr txBox="1"/>
          <p:nvPr/>
        </p:nvSpPr>
        <p:spPr>
          <a:xfrm>
            <a:off x="310233" y="1966524"/>
            <a:ext cx="741411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Cambria"/>
              </a:rPr>
              <a:t>Small and medium-sized enterprises (SMEs) face a growing risk from </a:t>
            </a:r>
            <a:r>
              <a:rPr lang="en-US" b="1">
                <a:solidFill>
                  <a:schemeClr val="bg1"/>
                </a:solidFill>
                <a:ea typeface="Cambria"/>
              </a:rPr>
              <a:t>threats</a:t>
            </a:r>
            <a:r>
              <a:rPr lang="en-US">
                <a:solidFill>
                  <a:schemeClr val="bg1"/>
                </a:solidFill>
                <a:ea typeface="Cambria"/>
              </a:rPr>
              <a:t>, both malicious and accidental. </a:t>
            </a:r>
            <a:endParaRPr lang="en-US">
              <a:ea typeface="Cambria"/>
            </a:endParaRPr>
          </a:p>
          <a:p>
            <a:endParaRPr lang="en-US">
              <a:ea typeface="Cambria"/>
            </a:endParaRPr>
          </a:p>
          <a:p>
            <a:r>
              <a:rPr lang="en-US">
                <a:solidFill>
                  <a:schemeClr val="bg1"/>
                </a:solidFill>
                <a:ea typeface="Cambria"/>
              </a:rPr>
              <a:t>Enterprise-grade security tools (e.g., SIEMs, EDRs, SOAR platforms) are either </a:t>
            </a:r>
            <a:r>
              <a:rPr lang="en-US" b="1">
                <a:solidFill>
                  <a:schemeClr val="bg1"/>
                </a:solidFill>
                <a:ea typeface="Cambria"/>
              </a:rPr>
              <a:t>too resource-intensive, costly, or complex</a:t>
            </a:r>
            <a:r>
              <a:rPr lang="en-US">
                <a:solidFill>
                  <a:schemeClr val="bg1"/>
                </a:solidFill>
                <a:ea typeface="Cambria"/>
              </a:rPr>
              <a:t> for SMEs to adopt.</a:t>
            </a:r>
            <a:endParaRPr lang="en-US">
              <a:ea typeface="Cambria"/>
            </a:endParaRPr>
          </a:p>
          <a:p>
            <a:endParaRPr lang="en-US">
              <a:ea typeface="Cambria"/>
            </a:endParaRPr>
          </a:p>
          <a:p>
            <a:r>
              <a:rPr lang="en-US">
                <a:solidFill>
                  <a:schemeClr val="bg1"/>
                </a:solidFill>
                <a:ea typeface="Cambria"/>
              </a:rPr>
              <a:t>Most enterprise grade solutions utilize AI &amp; ML algorithms which are black box in nature.</a:t>
            </a:r>
          </a:p>
          <a:p>
            <a:endParaRPr lang="en-US">
              <a:ea typeface="Cambria"/>
            </a:endParaRPr>
          </a:p>
          <a:p>
            <a:r>
              <a:rPr lang="en-US">
                <a:solidFill>
                  <a:schemeClr val="bg1"/>
                </a:solidFill>
                <a:ea typeface="Cambria"/>
              </a:rPr>
              <a:t>Forensic logging systems are often centralized and prone to tampering, making it difficult to ensure </a:t>
            </a:r>
            <a:r>
              <a:rPr lang="en-US" b="1">
                <a:solidFill>
                  <a:schemeClr val="bg1"/>
                </a:solidFill>
                <a:ea typeface="Cambria"/>
              </a:rPr>
              <a:t>trustworthy evidence</a:t>
            </a:r>
            <a:r>
              <a:rPr lang="en-US">
                <a:solidFill>
                  <a:schemeClr val="bg1"/>
                </a:solidFill>
                <a:ea typeface="Cambria"/>
              </a:rPr>
              <a:t> during incident response.</a:t>
            </a:r>
            <a:endParaRPr lang="en-US">
              <a:ea typeface="Cambria"/>
            </a:endParaRPr>
          </a:p>
          <a:p>
            <a:endParaRPr lang="en-US">
              <a:ea typeface="Cambria"/>
            </a:endParaRPr>
          </a:p>
          <a:p>
            <a:endParaRPr lang="en-US">
              <a:ea typeface="Cambria"/>
            </a:endParaRPr>
          </a:p>
          <a:p>
            <a:pPr algn="l"/>
            <a:endParaRPr lang="en-US">
              <a:ea typeface="Cambria"/>
            </a:endParaRPr>
          </a:p>
        </p:txBody>
      </p:sp>
    </p:spTree>
    <p:extLst>
      <p:ext uri="{BB962C8B-B14F-4D97-AF65-F5344CB8AC3E}">
        <p14:creationId xmlns:p14="http://schemas.microsoft.com/office/powerpoint/2010/main" val="304375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228600" y="135294"/>
            <a:ext cx="10363200" cy="1113610"/>
          </a:xfrm>
        </p:spPr>
        <p:txBody>
          <a:bodyPr/>
          <a:lstStyle/>
          <a:p>
            <a:r>
              <a:rPr lang="en-US">
                <a:latin typeface="Adobe Devanagari"/>
              </a:rPr>
              <a:t>IT22908742 | MRF </a:t>
            </a:r>
            <a:r>
              <a:rPr lang="en-US" err="1">
                <a:latin typeface="Adobe Devanagari"/>
              </a:rPr>
              <a:t>NusFA</a:t>
            </a:r>
            <a:endParaRPr lang="en-US" err="1"/>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228600" y="778180"/>
            <a:ext cx="10058400" cy="1828800"/>
          </a:xfrm>
        </p:spPr>
        <p:txBody>
          <a:bodyPr/>
          <a:lstStyle/>
          <a:p>
            <a:r>
              <a:rPr lang="en-US" sz="3200">
                <a:solidFill>
                  <a:schemeClr val="tx1"/>
                </a:solidFill>
              </a:rPr>
              <a:t>Lightweight Endpoint Agent Integrated with </a:t>
            </a:r>
          </a:p>
          <a:p>
            <a:r>
              <a:rPr lang="en-US" sz="3200">
                <a:solidFill>
                  <a:schemeClr val="tx1"/>
                </a:solidFill>
              </a:rPr>
              <a:t>Honeypot Module</a:t>
            </a:r>
            <a:endParaRPr lang="en-US"/>
          </a:p>
          <a:p>
            <a:endParaRPr lang="en-US"/>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IT22908742</a:t>
            </a:r>
            <a:r>
              <a:rPr lang="en-US" sz="1800">
                <a:solidFill>
                  <a:schemeClr val="tx1"/>
                </a:solidFill>
              </a:rPr>
              <a:t>   |   &lt;</a:t>
            </a:r>
            <a:r>
              <a:rPr lang="en-US" sz="1800" b="1">
                <a:solidFill>
                  <a:schemeClr val="tx1"/>
                </a:solidFill>
              </a:rPr>
              <a:t>&lt;</a:t>
            </a:r>
            <a:r>
              <a:rPr lang="en-US" b="1">
                <a:solidFill>
                  <a:schemeClr val="tx1"/>
                </a:solidFill>
              </a:rPr>
              <a:t>MRF </a:t>
            </a:r>
            <a:r>
              <a:rPr lang="en-US" b="1" err="1">
                <a:solidFill>
                  <a:schemeClr val="tx1"/>
                </a:solidFill>
              </a:rPr>
              <a:t>Nusfa</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25_26J-076</a:t>
            </a:r>
            <a:r>
              <a:rPr lang="en-US" sz="1800" b="0">
                <a:solidFill>
                  <a:schemeClr val="tx1"/>
                </a:solidFill>
              </a:rPr>
              <a:t>&gt;&gt;</a:t>
            </a:r>
          </a:p>
        </p:txBody>
      </p:sp>
      <p:pic>
        <p:nvPicPr>
          <p:cNvPr id="1026" name="Picture 2" descr="A person wearing a pink scarf&#10;&#10;AI-generated content may be incorrect.">
            <a:extLst>
              <a:ext uri="{FF2B5EF4-FFF2-40B4-BE49-F238E27FC236}">
                <a16:creationId xmlns:a16="http://schemas.microsoft.com/office/drawing/2014/main" id="{E984E95C-D40A-41B2-4A02-9F30D0FE99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74451" y="135294"/>
            <a:ext cx="2298888" cy="234193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FB15825-02EA-765B-74DD-D052185CB439}"/>
              </a:ext>
            </a:extLst>
          </p:cNvPr>
          <p:cNvSpPr txBox="1"/>
          <p:nvPr/>
        </p:nvSpPr>
        <p:spPr>
          <a:xfrm>
            <a:off x="228600" y="2743200"/>
            <a:ext cx="11506200" cy="3139321"/>
          </a:xfrm>
          <a:prstGeom prst="rect">
            <a:avLst/>
          </a:prstGeom>
          <a:noFill/>
        </p:spPr>
        <p:txBody>
          <a:bodyPr wrap="square" rtlCol="0">
            <a:spAutoFit/>
          </a:bodyPr>
          <a:lstStyle/>
          <a:p>
            <a:pPr marL="285750" indent="-285750">
              <a:buFont typeface="Arial" panose="020B0604020202020204" pitchFamily="34" charset="0"/>
              <a:buChar char="•"/>
            </a:pPr>
            <a:r>
              <a:rPr lang="en-US"/>
              <a:t>The Lightweight Endpoint Agent monitors system activities including process execution, file operations, network connections and SMB honeypot access in real time. It performs signature-based detection by comparing file hashes against a predefined IOC database and automatically quarantines malicious files at the endpoint.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The system is implemented as a standalone executable enabling stealthy background execution. A watchdog mechanism ensures reliability by restarting the agent if it is terminated.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The agent supports offline operation where detection and containment are performed locally and logs are securely stored and synchronized once connectivity is restored. Additionally, log file recreation mechanisms ensure logging continuity in case of accidental deletion. Logs are transmitted securely to the backend using JWT-based authentication over HTTPS.</a:t>
            </a:r>
          </a:p>
        </p:txBody>
      </p:sp>
    </p:spTree>
    <p:extLst>
      <p:ext uri="{BB962C8B-B14F-4D97-AF65-F5344CB8AC3E}">
        <p14:creationId xmlns:p14="http://schemas.microsoft.com/office/powerpoint/2010/main" val="2181409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EE8EC-F78A-A9B2-4792-5362E4061BBE}"/>
              </a:ext>
            </a:extLst>
          </p:cNvPr>
          <p:cNvSpPr>
            <a:spLocks noGrp="1"/>
          </p:cNvSpPr>
          <p:nvPr>
            <p:ph type="title"/>
          </p:nvPr>
        </p:nvSpPr>
        <p:spPr>
          <a:xfrm>
            <a:off x="304800" y="304800"/>
            <a:ext cx="7177129" cy="811700"/>
          </a:xfrm>
        </p:spPr>
        <p:txBody>
          <a:bodyPr>
            <a:normAutofit/>
          </a:bodyPr>
          <a:lstStyle/>
          <a:p>
            <a:r>
              <a:rPr lang="en-US" b="1">
                <a:latin typeface="Adobe Devanagari"/>
              </a:rPr>
              <a:t>IT21289934 | Salgado M B D</a:t>
            </a:r>
            <a:endParaRPr lang="en-US" b="1"/>
          </a:p>
        </p:txBody>
      </p:sp>
      <p:sp>
        <p:nvSpPr>
          <p:cNvPr id="23" name="TextBox 22">
            <a:extLst>
              <a:ext uri="{FF2B5EF4-FFF2-40B4-BE49-F238E27FC236}">
                <a16:creationId xmlns:a16="http://schemas.microsoft.com/office/drawing/2014/main" id="{75E87E7E-828D-9290-4E5F-D7BBBD4E17B8}"/>
              </a:ext>
            </a:extLst>
          </p:cNvPr>
          <p:cNvSpPr txBox="1"/>
          <p:nvPr/>
        </p:nvSpPr>
        <p:spPr>
          <a:xfrm>
            <a:off x="994474" y="1524000"/>
            <a:ext cx="820745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AI Powered Behavioral Detection Engine</a:t>
            </a:r>
          </a:p>
        </p:txBody>
      </p:sp>
      <p:sp>
        <p:nvSpPr>
          <p:cNvPr id="25" name="TextBox 24">
            <a:extLst>
              <a:ext uri="{FF2B5EF4-FFF2-40B4-BE49-F238E27FC236}">
                <a16:creationId xmlns:a16="http://schemas.microsoft.com/office/drawing/2014/main" id="{22C2C3BE-ADD1-A503-6364-9BDF73DD2058}"/>
              </a:ext>
            </a:extLst>
          </p:cNvPr>
          <p:cNvSpPr txBox="1"/>
          <p:nvPr/>
        </p:nvSpPr>
        <p:spPr>
          <a:xfrm>
            <a:off x="3048000" y="649002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latin typeface="Cambria"/>
              </a:rPr>
              <a:t>IT21289934</a:t>
            </a:r>
            <a:r>
              <a:rPr lang="en-US" sz="1800" b="0" i="0" u="none" strike="noStrike" baseline="0">
                <a:solidFill>
                  <a:srgbClr val="000000"/>
                </a:solidFill>
                <a:latin typeface="Cambria"/>
              </a:rPr>
              <a:t> | </a:t>
            </a:r>
            <a:r>
              <a:rPr lang="en-US">
                <a:solidFill>
                  <a:srgbClr val="000000"/>
                </a:solidFill>
                <a:latin typeface="Cambria"/>
              </a:rPr>
              <a:t>&lt;</a:t>
            </a:r>
            <a:r>
              <a:rPr lang="en-US" b="1">
                <a:solidFill>
                  <a:srgbClr val="000000"/>
                </a:solidFill>
                <a:latin typeface="Cambria"/>
              </a:rPr>
              <a:t>&lt;Salgado M B D&gt;&gt;</a:t>
            </a:r>
            <a:r>
              <a:rPr lang="en-US" sz="1800" b="1" i="0" u="none" strike="noStrike" baseline="0">
                <a:solidFill>
                  <a:srgbClr val="000000"/>
                </a:solidFill>
                <a:latin typeface="Cambria"/>
              </a:rPr>
              <a:t> </a:t>
            </a:r>
            <a:r>
              <a:rPr lang="en-US" sz="1800" b="0" i="0" u="none" strike="noStrike" baseline="0">
                <a:solidFill>
                  <a:srgbClr val="000000"/>
                </a:solidFill>
                <a:latin typeface="Cambria"/>
              </a:rPr>
              <a:t>| &lt;&lt;25_26J-076&gt;&gt;</a:t>
            </a:r>
            <a:endParaRPr lang="en-US"/>
          </a:p>
        </p:txBody>
      </p:sp>
      <p:sp>
        <p:nvSpPr>
          <p:cNvPr id="27" name="Content Placeholder 26">
            <a:extLst>
              <a:ext uri="{FF2B5EF4-FFF2-40B4-BE49-F238E27FC236}">
                <a16:creationId xmlns:a16="http://schemas.microsoft.com/office/drawing/2014/main" id="{8C087B52-196C-466E-F710-3D61410B06BB}"/>
              </a:ext>
            </a:extLst>
          </p:cNvPr>
          <p:cNvSpPr>
            <a:spLocks noGrp="1"/>
          </p:cNvSpPr>
          <p:nvPr>
            <p:ph idx="1"/>
          </p:nvPr>
        </p:nvSpPr>
        <p:spPr>
          <a:xfrm>
            <a:off x="989496" y="2646660"/>
            <a:ext cx="8710474" cy="2328985"/>
          </a:xfrm>
        </p:spPr>
        <p:txBody>
          <a:bodyPr vert="horz" lIns="91440" tIns="45720" rIns="91440" bIns="45720" rtlCol="0" anchor="t">
            <a:noAutofit/>
          </a:bodyPr>
          <a:lstStyle/>
          <a:p>
            <a:pPr algn="just"/>
            <a:r>
              <a:rPr lang="en-US" sz="1800" b="1">
                <a:solidFill>
                  <a:srgbClr val="1F4E79"/>
                </a:solidFill>
                <a:latin typeface="Calibri"/>
                <a:ea typeface="Calibri"/>
                <a:cs typeface="Calibri"/>
              </a:rPr>
              <a:t>Problem Addressed:</a:t>
            </a:r>
            <a:r>
              <a:rPr lang="en-US" sz="1800">
                <a:solidFill>
                  <a:srgbClr val="222222"/>
                </a:solidFill>
                <a:latin typeface="Calibri"/>
                <a:ea typeface="Calibri"/>
                <a:cs typeface="Calibri"/>
              </a:rPr>
              <a:t> Enterprise systems generate vast activity logs but lack effective behavioral analysis, making it difficult to detect insider threats accurately while minimizing false positives.</a:t>
            </a:r>
            <a:endParaRPr lang="en-US"/>
          </a:p>
          <a:p>
            <a:pPr algn="just"/>
            <a:r>
              <a:rPr lang="en-US" sz="1800" b="1">
                <a:solidFill>
                  <a:srgbClr val="1F4E79"/>
                </a:solidFill>
                <a:latin typeface="Calibri"/>
                <a:ea typeface="Calibri"/>
                <a:cs typeface="Calibri"/>
              </a:rPr>
              <a:t>Solution :</a:t>
            </a:r>
            <a:r>
              <a:rPr lang="en-US" sz="1800">
                <a:solidFill>
                  <a:srgbClr val="222222"/>
                </a:solidFill>
                <a:latin typeface="Calibri"/>
                <a:ea typeface="Calibri"/>
                <a:cs typeface="Calibri"/>
              </a:rPr>
              <a:t> An AI-driven engine that learns normal user behavior and detects anomalies in real time. It integrates machine learning with threat intelligence to generate risk-based, explainable alerts for faster investigation.</a:t>
            </a:r>
          </a:p>
          <a:p>
            <a:pPr algn="just"/>
            <a:r>
              <a:rPr lang="en-US" sz="1800" b="1">
                <a:solidFill>
                  <a:srgbClr val="1F4E79"/>
                </a:solidFill>
                <a:latin typeface="Calibri"/>
                <a:ea typeface="Calibri"/>
                <a:cs typeface="Calibri"/>
              </a:rPr>
              <a:t>Key Algorithms:</a:t>
            </a:r>
            <a:r>
              <a:rPr lang="en-US" sz="1800">
                <a:solidFill>
                  <a:srgbClr val="222222"/>
                </a:solidFill>
                <a:latin typeface="Calibri"/>
                <a:ea typeface="Calibri"/>
                <a:cs typeface="Calibri"/>
              </a:rPr>
              <a:t> Behavioral profiling is used to build dynamic user </a:t>
            </a:r>
            <a:r>
              <a:rPr lang="en-US" sz="1800" err="1">
                <a:solidFill>
                  <a:srgbClr val="222222"/>
                </a:solidFill>
                <a:latin typeface="Calibri"/>
                <a:ea typeface="Calibri"/>
                <a:cs typeface="Calibri"/>
              </a:rPr>
              <a:t>baselines,while</a:t>
            </a:r>
            <a:r>
              <a:rPr lang="en-US" sz="1800">
                <a:solidFill>
                  <a:srgbClr val="222222"/>
                </a:solidFill>
                <a:latin typeface="Calibri"/>
                <a:ea typeface="Calibri"/>
                <a:cs typeface="Calibri"/>
              </a:rPr>
              <a:t> anomaly detection (Isolation Forest and LSTM Autoencoders)identifies deviations. Feature engineering and a risk scoring </a:t>
            </a:r>
            <a:r>
              <a:rPr lang="en-US" sz="1800" err="1">
                <a:solidFill>
                  <a:srgbClr val="222222"/>
                </a:solidFill>
                <a:latin typeface="Calibri"/>
                <a:ea typeface="Calibri"/>
                <a:cs typeface="Calibri"/>
              </a:rPr>
              <a:t>modelenhance</a:t>
            </a:r>
            <a:r>
              <a:rPr lang="en-US" sz="1800">
                <a:solidFill>
                  <a:srgbClr val="222222"/>
                </a:solidFill>
                <a:latin typeface="Calibri"/>
                <a:ea typeface="Calibri"/>
                <a:cs typeface="Calibri"/>
              </a:rPr>
              <a:t> detection accuracy with threat intelligence correlation.</a:t>
            </a:r>
            <a:endParaRPr lang="en-US" sz="1800" err="1">
              <a:ea typeface="Cambria"/>
            </a:endParaRPr>
          </a:p>
        </p:txBody>
      </p:sp>
      <p:pic>
        <p:nvPicPr>
          <p:cNvPr id="3" name="Picture 2">
            <a:extLst>
              <a:ext uri="{FF2B5EF4-FFF2-40B4-BE49-F238E27FC236}">
                <a16:creationId xmlns:a16="http://schemas.microsoft.com/office/drawing/2014/main" id="{307CDF67-A2E3-FAB1-9C43-DF775FB1B88A}"/>
              </a:ext>
            </a:extLst>
          </p:cNvPr>
          <p:cNvPicPr>
            <a:picLocks noChangeAspect="1"/>
          </p:cNvPicPr>
          <p:nvPr/>
        </p:nvPicPr>
        <p:blipFill>
          <a:blip r:embed="rId2"/>
          <a:stretch>
            <a:fillRect/>
          </a:stretch>
        </p:blipFill>
        <p:spPr>
          <a:xfrm>
            <a:off x="9965564" y="128242"/>
            <a:ext cx="1912869" cy="2526473"/>
          </a:xfrm>
          <a:prstGeom prst="rect">
            <a:avLst/>
          </a:prstGeom>
        </p:spPr>
      </p:pic>
    </p:spTree>
    <p:extLst>
      <p:ext uri="{BB962C8B-B14F-4D97-AF65-F5344CB8AC3E}">
        <p14:creationId xmlns:p14="http://schemas.microsoft.com/office/powerpoint/2010/main" val="797111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4B6A-6288-EBC5-A2F2-1F396019A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67E88-3A9A-C93C-C8AF-DD8587337ACD}"/>
              </a:ext>
            </a:extLst>
          </p:cNvPr>
          <p:cNvSpPr>
            <a:spLocks noGrp="1"/>
          </p:cNvSpPr>
          <p:nvPr>
            <p:ph type="title"/>
          </p:nvPr>
        </p:nvSpPr>
        <p:spPr>
          <a:xfrm>
            <a:off x="304800" y="304800"/>
            <a:ext cx="7177129" cy="811700"/>
          </a:xfrm>
        </p:spPr>
        <p:txBody>
          <a:bodyPr>
            <a:normAutofit/>
          </a:bodyPr>
          <a:lstStyle/>
          <a:p>
            <a:r>
              <a:rPr lang="en-US" b="1">
                <a:latin typeface="Adobe Devanagari"/>
              </a:rPr>
              <a:t>IT22887580 | De Silva H S</a:t>
            </a:r>
            <a:endParaRPr lang="en-US" b="1"/>
          </a:p>
        </p:txBody>
      </p:sp>
      <p:pic>
        <p:nvPicPr>
          <p:cNvPr id="19" name="Picture 18" descr="A person with a beard and mustache&#10;&#10;AI-generated content may be incorrect.">
            <a:extLst>
              <a:ext uri="{FF2B5EF4-FFF2-40B4-BE49-F238E27FC236}">
                <a16:creationId xmlns:a16="http://schemas.microsoft.com/office/drawing/2014/main" id="{39DF02BF-84C4-4A9A-3FB0-7FC8E10C32AB}"/>
              </a:ext>
            </a:extLst>
          </p:cNvPr>
          <p:cNvPicPr>
            <a:picLocks noChangeAspect="1"/>
          </p:cNvPicPr>
          <p:nvPr/>
        </p:nvPicPr>
        <p:blipFill>
          <a:blip r:embed="rId2"/>
          <a:stretch>
            <a:fillRect/>
          </a:stretch>
        </p:blipFill>
        <p:spPr>
          <a:xfrm>
            <a:off x="10061492" y="90365"/>
            <a:ext cx="1717352" cy="2239760"/>
          </a:xfrm>
          <a:prstGeom prst="rect">
            <a:avLst/>
          </a:prstGeom>
        </p:spPr>
      </p:pic>
      <p:sp>
        <p:nvSpPr>
          <p:cNvPr id="23" name="TextBox 22">
            <a:extLst>
              <a:ext uri="{FF2B5EF4-FFF2-40B4-BE49-F238E27FC236}">
                <a16:creationId xmlns:a16="http://schemas.microsoft.com/office/drawing/2014/main" id="{C85A1AC5-7060-F118-991D-608EF4B9A7F3}"/>
              </a:ext>
            </a:extLst>
          </p:cNvPr>
          <p:cNvSpPr txBox="1"/>
          <p:nvPr/>
        </p:nvSpPr>
        <p:spPr>
          <a:xfrm>
            <a:off x="994474" y="1524000"/>
            <a:ext cx="820745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mbria"/>
              </a:rPr>
              <a:t>Cryptogra</a:t>
            </a:r>
            <a:r>
              <a:rPr lang="en-US" sz="3200"/>
              <a:t>phically Secured Logging System</a:t>
            </a:r>
            <a:endParaRPr lang="en-US" sz="3200">
              <a:ea typeface="Cambria"/>
            </a:endParaRPr>
          </a:p>
        </p:txBody>
      </p:sp>
      <p:sp>
        <p:nvSpPr>
          <p:cNvPr id="25" name="TextBox 24">
            <a:extLst>
              <a:ext uri="{FF2B5EF4-FFF2-40B4-BE49-F238E27FC236}">
                <a16:creationId xmlns:a16="http://schemas.microsoft.com/office/drawing/2014/main" id="{A1AC150A-39E3-D93A-AE37-7C91B7C8A371}"/>
              </a:ext>
            </a:extLst>
          </p:cNvPr>
          <p:cNvSpPr txBox="1"/>
          <p:nvPr/>
        </p:nvSpPr>
        <p:spPr>
          <a:xfrm>
            <a:off x="3048000" y="649002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latin typeface="Cambria"/>
              </a:rPr>
              <a:t>IT22887580</a:t>
            </a:r>
            <a:r>
              <a:rPr lang="en-US" sz="1800" b="0" i="0" u="none" strike="noStrike" baseline="0">
                <a:solidFill>
                  <a:srgbClr val="000000"/>
                </a:solidFill>
                <a:latin typeface="Cambria"/>
              </a:rPr>
              <a:t> | </a:t>
            </a:r>
            <a:r>
              <a:rPr lang="en-US">
                <a:solidFill>
                  <a:srgbClr val="000000"/>
                </a:solidFill>
                <a:latin typeface="Cambria"/>
              </a:rPr>
              <a:t>&lt;</a:t>
            </a:r>
            <a:r>
              <a:rPr lang="en-US" b="1">
                <a:solidFill>
                  <a:srgbClr val="000000"/>
                </a:solidFill>
                <a:latin typeface="Cambria"/>
              </a:rPr>
              <a:t>&lt;De Silva H S&gt;&gt;</a:t>
            </a:r>
            <a:r>
              <a:rPr lang="en-US" sz="1800" b="1" i="0" u="none" strike="noStrike" baseline="0">
                <a:solidFill>
                  <a:srgbClr val="000000"/>
                </a:solidFill>
                <a:latin typeface="Cambria"/>
              </a:rPr>
              <a:t> </a:t>
            </a:r>
            <a:r>
              <a:rPr lang="en-US" sz="1800" b="0" i="0" u="none" strike="noStrike" baseline="0">
                <a:solidFill>
                  <a:srgbClr val="000000"/>
                </a:solidFill>
                <a:latin typeface="Cambria"/>
              </a:rPr>
              <a:t>| &lt;&lt;25_26J-076&gt;&gt;</a:t>
            </a:r>
            <a:endParaRPr lang="en-US"/>
          </a:p>
        </p:txBody>
      </p:sp>
      <p:sp>
        <p:nvSpPr>
          <p:cNvPr id="27" name="Content Placeholder 26">
            <a:extLst>
              <a:ext uri="{FF2B5EF4-FFF2-40B4-BE49-F238E27FC236}">
                <a16:creationId xmlns:a16="http://schemas.microsoft.com/office/drawing/2014/main" id="{29FEF680-7366-A5A3-F1DC-6F981EB6BF0E}"/>
              </a:ext>
            </a:extLst>
          </p:cNvPr>
          <p:cNvSpPr>
            <a:spLocks noGrp="1"/>
          </p:cNvSpPr>
          <p:nvPr>
            <p:ph idx="1"/>
          </p:nvPr>
        </p:nvSpPr>
        <p:spPr>
          <a:xfrm>
            <a:off x="304800" y="2549769"/>
            <a:ext cx="7020822" cy="2328985"/>
          </a:xfrm>
        </p:spPr>
        <p:txBody>
          <a:bodyPr vert="horz" lIns="91440" tIns="45720" rIns="91440" bIns="45720" rtlCol="0" anchor="t">
            <a:noAutofit/>
          </a:bodyPr>
          <a:lstStyle/>
          <a:p>
            <a:r>
              <a:rPr lang="en-US" sz="1800" b="1">
                <a:solidFill>
                  <a:srgbClr val="1F4E79"/>
                </a:solidFill>
                <a:latin typeface="Calibri"/>
                <a:ea typeface="Calibri"/>
                <a:cs typeface="Calibri"/>
              </a:rPr>
              <a:t>Problem Addressed:</a:t>
            </a:r>
            <a:r>
              <a:rPr lang="en-US" sz="1800">
                <a:solidFill>
                  <a:srgbClr val="222222"/>
                </a:solidFill>
                <a:latin typeface="Calibri"/>
                <a:ea typeface="Calibri"/>
                <a:cs typeface="Calibri"/>
              </a:rPr>
              <a:t> Modern distributed systems generate massive log data vital for security &amp; forensics. Conventional storage lacks cryptographic tamper-evidence, leaving records vulnerable to adversarial modification.</a:t>
            </a:r>
            <a:endParaRPr lang="en-US" sz="1800">
              <a:ea typeface="Cambria"/>
            </a:endParaRPr>
          </a:p>
          <a:p>
            <a:r>
              <a:rPr lang="en-US" sz="1800" b="1">
                <a:solidFill>
                  <a:srgbClr val="1F4E79"/>
                </a:solidFill>
                <a:latin typeface="Calibri"/>
                <a:ea typeface="Calibri"/>
                <a:cs typeface="Calibri"/>
              </a:rPr>
              <a:t>Solution :</a:t>
            </a:r>
            <a:r>
              <a:rPr lang="en-US" sz="1800">
                <a:solidFill>
                  <a:srgbClr val="222222"/>
                </a:solidFill>
                <a:latin typeface="Calibri"/>
                <a:ea typeface="Calibri"/>
                <a:cs typeface="Calibri"/>
              </a:rPr>
              <a:t> A blockchain-anchored auditing framework on a private Ethereum </a:t>
            </a:r>
            <a:r>
              <a:rPr lang="en-US" sz="1800" err="1">
                <a:solidFill>
                  <a:srgbClr val="222222"/>
                </a:solidFill>
                <a:latin typeface="Calibri"/>
                <a:ea typeface="Calibri"/>
                <a:cs typeface="Calibri"/>
              </a:rPr>
              <a:t>PoA</a:t>
            </a:r>
            <a:r>
              <a:rPr lang="en-US" sz="1800">
                <a:solidFill>
                  <a:srgbClr val="222222"/>
                </a:solidFill>
                <a:latin typeface="Calibri"/>
                <a:ea typeface="Calibri"/>
                <a:cs typeface="Calibri"/>
              </a:rPr>
              <a:t> (Clique) network. Log entries are grouped, fingerprinted with SHA-256, and only digests are stored on-chain via a Solidity smart contract.</a:t>
            </a:r>
            <a:endParaRPr lang="en-US" sz="1800">
              <a:ea typeface="Cambria"/>
            </a:endParaRPr>
          </a:p>
          <a:p>
            <a:r>
              <a:rPr lang="en-US" sz="1800" b="1">
                <a:solidFill>
                  <a:srgbClr val="1F4E79"/>
                </a:solidFill>
                <a:latin typeface="Calibri"/>
                <a:ea typeface="Calibri"/>
                <a:cs typeface="Calibri"/>
              </a:rPr>
              <a:t>Key Algorithms:</a:t>
            </a:r>
            <a:r>
              <a:rPr lang="en-US" sz="1800">
                <a:solidFill>
                  <a:srgbClr val="222222"/>
                </a:solidFill>
                <a:latin typeface="Calibri"/>
                <a:ea typeface="Calibri"/>
                <a:cs typeface="Calibri"/>
              </a:rPr>
              <a:t> </a:t>
            </a:r>
            <a:r>
              <a:rPr lang="en-US" sz="1800" err="1">
                <a:solidFill>
                  <a:srgbClr val="222222"/>
                </a:solidFill>
                <a:latin typeface="Calibri"/>
                <a:ea typeface="Calibri"/>
                <a:cs typeface="Calibri"/>
              </a:rPr>
              <a:t>MonitorAndIngestLogs</a:t>
            </a:r>
            <a:r>
              <a:rPr lang="en-US" sz="1800">
                <a:solidFill>
                  <a:srgbClr val="222222"/>
                </a:solidFill>
                <a:latin typeface="Calibri"/>
                <a:ea typeface="Calibri"/>
                <a:cs typeface="Calibri"/>
              </a:rPr>
              <a:t> · GenerateSHA256Hash · </a:t>
            </a:r>
            <a:r>
              <a:rPr lang="en-US" sz="1800" err="1">
                <a:solidFill>
                  <a:srgbClr val="222222"/>
                </a:solidFill>
                <a:latin typeface="Calibri"/>
                <a:ea typeface="Calibri"/>
                <a:cs typeface="Calibri"/>
              </a:rPr>
              <a:t>WriteToBlockchain</a:t>
            </a:r>
            <a:r>
              <a:rPr lang="en-US" sz="1800">
                <a:solidFill>
                  <a:srgbClr val="222222"/>
                </a:solidFill>
                <a:latin typeface="Calibri"/>
                <a:ea typeface="Calibri"/>
                <a:cs typeface="Calibri"/>
              </a:rPr>
              <a:t> · </a:t>
            </a:r>
            <a:r>
              <a:rPr lang="en-US" sz="1800" err="1">
                <a:solidFill>
                  <a:srgbClr val="222222"/>
                </a:solidFill>
                <a:latin typeface="Calibri"/>
                <a:ea typeface="Calibri"/>
                <a:cs typeface="Calibri"/>
              </a:rPr>
              <a:t>LogStorage</a:t>
            </a:r>
            <a:r>
              <a:rPr lang="en-US" sz="1800">
                <a:solidFill>
                  <a:srgbClr val="222222"/>
                </a:solidFill>
                <a:latin typeface="Calibri"/>
                <a:ea typeface="Calibri"/>
                <a:cs typeface="Calibri"/>
              </a:rPr>
              <a:t> Contract · </a:t>
            </a:r>
            <a:r>
              <a:rPr lang="en-US" sz="1800" err="1">
                <a:solidFill>
                  <a:srgbClr val="222222"/>
                </a:solidFill>
                <a:latin typeface="Calibri"/>
                <a:ea typeface="Calibri"/>
                <a:cs typeface="Calibri"/>
              </a:rPr>
              <a:t>VerifyLogIntegrity</a:t>
            </a:r>
            <a:endParaRPr lang="en-US" sz="1800" err="1"/>
          </a:p>
          <a:p>
            <a:endParaRPr lang="en-US">
              <a:ea typeface="Cambria"/>
            </a:endParaRPr>
          </a:p>
        </p:txBody>
      </p:sp>
      <p:pic>
        <p:nvPicPr>
          <p:cNvPr id="28" name="Picture 27" descr="A screenshot of a computer&#10;&#10;AI-generated content may be incorrect.">
            <a:extLst>
              <a:ext uri="{FF2B5EF4-FFF2-40B4-BE49-F238E27FC236}">
                <a16:creationId xmlns:a16="http://schemas.microsoft.com/office/drawing/2014/main" id="{A28125C0-7CFC-AAD0-242E-2B1F4049EADE}"/>
              </a:ext>
            </a:extLst>
          </p:cNvPr>
          <p:cNvPicPr>
            <a:picLocks noChangeAspect="1"/>
          </p:cNvPicPr>
          <p:nvPr/>
        </p:nvPicPr>
        <p:blipFill>
          <a:blip r:embed="rId3"/>
          <a:stretch>
            <a:fillRect/>
          </a:stretch>
        </p:blipFill>
        <p:spPr>
          <a:xfrm>
            <a:off x="7463732" y="2551234"/>
            <a:ext cx="4448176" cy="2960405"/>
          </a:xfrm>
          <a:prstGeom prst="rect">
            <a:avLst/>
          </a:prstGeom>
        </p:spPr>
      </p:pic>
    </p:spTree>
    <p:extLst>
      <p:ext uri="{BB962C8B-B14F-4D97-AF65-F5344CB8AC3E}">
        <p14:creationId xmlns:p14="http://schemas.microsoft.com/office/powerpoint/2010/main" val="159982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6">
            <a:extLst>
              <a:ext uri="{FF2B5EF4-FFF2-40B4-BE49-F238E27FC236}">
                <a16:creationId xmlns:a16="http://schemas.microsoft.com/office/drawing/2014/main" id="{70D7FDDF-9D97-FED7-B807-98F912EEA24B}"/>
              </a:ext>
            </a:extLst>
          </p:cNvPr>
          <p:cNvSpPr txBox="1">
            <a:spLocks/>
          </p:cNvSpPr>
          <p:nvPr/>
        </p:nvSpPr>
        <p:spPr>
          <a:xfrm>
            <a:off x="300565" y="3168578"/>
            <a:ext cx="8710474" cy="2328985"/>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800" b="1">
                <a:solidFill>
                  <a:srgbClr val="1F4E79"/>
                </a:solidFill>
                <a:latin typeface="Calibri"/>
                <a:ea typeface="Calibri"/>
                <a:cs typeface="Calibri"/>
              </a:rPr>
              <a:t>Problem Addressed:</a:t>
            </a:r>
            <a:r>
              <a:rPr lang="en-US" sz="1800">
                <a:solidFill>
                  <a:srgbClr val="222222"/>
                </a:solidFill>
                <a:latin typeface="Calibri"/>
                <a:ea typeface="Calibri"/>
                <a:cs typeface="Calibri"/>
              </a:rPr>
              <a:t> Dashboards are complex and is not understood by non technical persons. SME'S do not have resources to allocate to cyber security engineers and soc analysts. They often do not understand the outputs provided </a:t>
            </a:r>
          </a:p>
          <a:p>
            <a:pPr marL="0" indent="0" algn="just">
              <a:buNone/>
            </a:pPr>
            <a:endParaRPr lang="en-US" sz="1800">
              <a:solidFill>
                <a:srgbClr val="222222"/>
              </a:solidFill>
              <a:latin typeface="Calibri"/>
              <a:ea typeface="Calibri"/>
              <a:cs typeface="Calibri"/>
            </a:endParaRPr>
          </a:p>
          <a:p>
            <a:pPr algn="just"/>
            <a:r>
              <a:rPr lang="en-US" sz="1800" b="1">
                <a:solidFill>
                  <a:srgbClr val="1F4E79"/>
                </a:solidFill>
                <a:latin typeface="Calibri"/>
                <a:ea typeface="Calibri"/>
                <a:cs typeface="Calibri"/>
              </a:rPr>
              <a:t>Solution :</a:t>
            </a:r>
            <a:r>
              <a:rPr lang="en-US" sz="1800">
                <a:solidFill>
                  <a:srgbClr val="222222"/>
                </a:solidFill>
                <a:latin typeface="Calibri"/>
                <a:ea typeface="Calibri"/>
                <a:cs typeface="Calibri"/>
              </a:rPr>
              <a:t> An AI agent that can translate technical details into user friendly actionable outputs.</a:t>
            </a:r>
          </a:p>
          <a:p>
            <a:pPr marL="0" indent="0" algn="just">
              <a:buNone/>
            </a:pPr>
            <a:endParaRPr lang="en-US" sz="1800">
              <a:solidFill>
                <a:srgbClr val="222222"/>
              </a:solidFill>
              <a:latin typeface="Calibri"/>
              <a:ea typeface="Calibri"/>
              <a:cs typeface="Calibri"/>
            </a:endParaRPr>
          </a:p>
          <a:p>
            <a:pPr algn="just"/>
            <a:endParaRPr lang="en-US" sz="1800">
              <a:solidFill>
                <a:srgbClr val="222222"/>
              </a:solidFill>
              <a:latin typeface="Calibri"/>
              <a:ea typeface="Calibri"/>
              <a:cs typeface="Calibri"/>
            </a:endParaRPr>
          </a:p>
        </p:txBody>
      </p:sp>
      <p:pic>
        <p:nvPicPr>
          <p:cNvPr id="6" name="Picture 5" descr="A person wearing glasses and smiling&#10;&#10;AI-generated content may be incorrect.">
            <a:extLst>
              <a:ext uri="{FF2B5EF4-FFF2-40B4-BE49-F238E27FC236}">
                <a16:creationId xmlns:a16="http://schemas.microsoft.com/office/drawing/2014/main" id="{B5C57396-7CCB-D8BD-CF73-EDD3C647D8ED}"/>
              </a:ext>
            </a:extLst>
          </p:cNvPr>
          <p:cNvPicPr>
            <a:picLocks noChangeAspect="1"/>
          </p:cNvPicPr>
          <p:nvPr/>
        </p:nvPicPr>
        <p:blipFill>
          <a:blip r:embed="rId2"/>
          <a:stretch>
            <a:fillRect/>
          </a:stretch>
        </p:blipFill>
        <p:spPr>
          <a:xfrm>
            <a:off x="9693971" y="59368"/>
            <a:ext cx="2019300" cy="2447925"/>
          </a:xfrm>
          <a:prstGeom prst="rect">
            <a:avLst/>
          </a:prstGeom>
        </p:spPr>
      </p:pic>
      <p:sp>
        <p:nvSpPr>
          <p:cNvPr id="9" name="Title 1">
            <a:extLst>
              <a:ext uri="{FF2B5EF4-FFF2-40B4-BE49-F238E27FC236}">
                <a16:creationId xmlns:a16="http://schemas.microsoft.com/office/drawing/2014/main" id="{F496EBF2-1DB2-C72C-31D0-97A759BF713B}"/>
              </a:ext>
            </a:extLst>
          </p:cNvPr>
          <p:cNvSpPr>
            <a:spLocks noGrp="1"/>
          </p:cNvSpPr>
          <p:nvPr>
            <p:ph type="title"/>
          </p:nvPr>
        </p:nvSpPr>
        <p:spPr>
          <a:xfrm>
            <a:off x="304800" y="304800"/>
            <a:ext cx="7177129" cy="811700"/>
          </a:xfrm>
        </p:spPr>
        <p:txBody>
          <a:bodyPr>
            <a:normAutofit/>
          </a:bodyPr>
          <a:lstStyle/>
          <a:p>
            <a:r>
              <a:rPr lang="en-US" b="1">
                <a:latin typeface="Adobe Devanagari"/>
              </a:rPr>
              <a:t>IT22340078 | Sanjula E A Y</a:t>
            </a:r>
            <a:endParaRPr lang="en-US" b="1"/>
          </a:p>
        </p:txBody>
      </p:sp>
      <p:sp>
        <p:nvSpPr>
          <p:cNvPr id="11" name="Text Placeholder 5">
            <a:extLst>
              <a:ext uri="{FF2B5EF4-FFF2-40B4-BE49-F238E27FC236}">
                <a16:creationId xmlns:a16="http://schemas.microsoft.com/office/drawing/2014/main" id="{B05DA01C-A498-775A-5FCF-2381F1F0A9FA}"/>
              </a:ext>
            </a:extLst>
          </p:cNvPr>
          <p:cNvSpPr txBox="1">
            <a:spLocks/>
          </p:cNvSpPr>
          <p:nvPr/>
        </p:nvSpPr>
        <p:spPr>
          <a:xfrm>
            <a:off x="301668" y="1279221"/>
            <a:ext cx="10058400" cy="1828800"/>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0"/>
              </a:spcBef>
              <a:buNone/>
            </a:pPr>
            <a:r>
              <a:rPr lang="en-US"/>
              <a:t>Security Alert Interface with SOAR-Style Automation</a:t>
            </a:r>
            <a:endParaRPr lang="en-US">
              <a:ea typeface="Cambria"/>
            </a:endParaRPr>
          </a:p>
          <a:p>
            <a:pPr marL="0" indent="0">
              <a:buNone/>
            </a:pPr>
            <a:endParaRPr lang="en-US">
              <a:ea typeface="Cambria"/>
            </a:endParaRPr>
          </a:p>
        </p:txBody>
      </p:sp>
    </p:spTree>
    <p:extLst>
      <p:ext uri="{BB962C8B-B14F-4D97-AF65-F5344CB8AC3E}">
        <p14:creationId xmlns:p14="http://schemas.microsoft.com/office/powerpoint/2010/main" val="2334797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6F8E4-8BAA-AAAC-1ADB-7FB6F7C24A6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46E1705-2376-D55D-D64D-5E118BC0B096}"/>
              </a:ext>
            </a:extLst>
          </p:cNvPr>
          <p:cNvPicPr>
            <a:picLocks noChangeAspect="1"/>
          </p:cNvPicPr>
          <p:nvPr/>
        </p:nvPicPr>
        <p:blipFill>
          <a:blip r:embed="rId2"/>
          <a:stretch>
            <a:fillRect/>
          </a:stretch>
        </p:blipFill>
        <p:spPr>
          <a:xfrm>
            <a:off x="3267336" y="3335708"/>
            <a:ext cx="4582178" cy="2994504"/>
          </a:xfrm>
          <a:prstGeom prst="rect">
            <a:avLst/>
          </a:prstGeom>
        </p:spPr>
      </p:pic>
      <p:sp>
        <p:nvSpPr>
          <p:cNvPr id="2" name="TextBox 1">
            <a:extLst>
              <a:ext uri="{FF2B5EF4-FFF2-40B4-BE49-F238E27FC236}">
                <a16:creationId xmlns:a16="http://schemas.microsoft.com/office/drawing/2014/main" id="{CA763FA5-270C-E277-FEAC-6FADF0A04C85}"/>
              </a:ext>
            </a:extLst>
          </p:cNvPr>
          <p:cNvSpPr txBox="1"/>
          <p:nvPr/>
        </p:nvSpPr>
        <p:spPr>
          <a:xfrm>
            <a:off x="1343186" y="38745"/>
            <a:ext cx="916982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Adobe Devanagari"/>
                <a:ea typeface="+mj-ea"/>
              </a:rPr>
              <a:t>Benchmark Tests</a:t>
            </a:r>
            <a:endParaRPr lang="en-US">
              <a:ea typeface="+mj-ea"/>
            </a:endParaRPr>
          </a:p>
        </p:txBody>
      </p:sp>
      <p:sp>
        <p:nvSpPr>
          <p:cNvPr id="3" name="TextBox 2">
            <a:extLst>
              <a:ext uri="{FF2B5EF4-FFF2-40B4-BE49-F238E27FC236}">
                <a16:creationId xmlns:a16="http://schemas.microsoft.com/office/drawing/2014/main" id="{B0E05464-7483-86DB-09BA-B68674D4ECA2}"/>
              </a:ext>
            </a:extLst>
          </p:cNvPr>
          <p:cNvSpPr txBox="1"/>
          <p:nvPr/>
        </p:nvSpPr>
        <p:spPr>
          <a:xfrm>
            <a:off x="349059" y="981311"/>
            <a:ext cx="1168887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We evaluated the performance of the endpoint agent in a controlled environment. The system achieved near real-time detection with latency below one second. CPU usage remained low between 2 to 5 percent, ensuring lightweight operation. All test malicious hashes were successfully detected and quarantined, demonstrating high detection accuracy. Additionally, the system maintained full functionality in offline mode, with reliable log storage and synchronization once connectivity was restored</a:t>
            </a:r>
            <a:endParaRPr lang="en-US"/>
          </a:p>
        </p:txBody>
      </p:sp>
    </p:spTree>
    <p:extLst>
      <p:ext uri="{BB962C8B-B14F-4D97-AF65-F5344CB8AC3E}">
        <p14:creationId xmlns:p14="http://schemas.microsoft.com/office/powerpoint/2010/main" val="105969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473E5-36F1-490C-9B7D-DBFC206FF238}"/>
              </a:ext>
            </a:extLst>
          </p:cNvPr>
          <p:cNvPicPr>
            <a:picLocks noChangeAspect="1"/>
          </p:cNvPicPr>
          <p:nvPr/>
        </p:nvPicPr>
        <p:blipFill>
          <a:blip r:embed="rId2"/>
          <a:stretch>
            <a:fillRect/>
          </a:stretch>
        </p:blipFill>
        <p:spPr>
          <a:xfrm>
            <a:off x="2162265" y="508000"/>
            <a:ext cx="7977905" cy="5830957"/>
          </a:xfrm>
          <a:prstGeom prst="rect">
            <a:avLst/>
          </a:prstGeom>
        </p:spPr>
      </p:pic>
    </p:spTree>
    <p:extLst>
      <p:ext uri="{BB962C8B-B14F-4D97-AF65-F5344CB8AC3E}">
        <p14:creationId xmlns:p14="http://schemas.microsoft.com/office/powerpoint/2010/main" val="409844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40066-8C8E-92D5-2FD4-7C4E6A6023CC}"/>
              </a:ext>
            </a:extLst>
          </p:cNvPr>
          <p:cNvSpPr>
            <a:spLocks noGrp="1"/>
          </p:cNvSpPr>
          <p:nvPr>
            <p:ph type="title"/>
          </p:nvPr>
        </p:nvSpPr>
        <p:spPr/>
        <p:txBody>
          <a:bodyPr/>
          <a:lstStyle/>
          <a:p>
            <a:r>
              <a:rPr lang="en-US"/>
              <a:t>Limitations &amp; Future Improvements</a:t>
            </a:r>
          </a:p>
        </p:txBody>
      </p:sp>
      <p:sp>
        <p:nvSpPr>
          <p:cNvPr id="3" name="TextBox 2">
            <a:extLst>
              <a:ext uri="{FF2B5EF4-FFF2-40B4-BE49-F238E27FC236}">
                <a16:creationId xmlns:a16="http://schemas.microsoft.com/office/drawing/2014/main" id="{E1E266A4-2A0F-94C7-D901-7999BCDF1C73}"/>
              </a:ext>
            </a:extLst>
          </p:cNvPr>
          <p:cNvSpPr txBox="1"/>
          <p:nvPr/>
        </p:nvSpPr>
        <p:spPr>
          <a:xfrm>
            <a:off x="526858" y="2000957"/>
            <a:ext cx="1113817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mbria"/>
              </a:rPr>
              <a:t>The demonstrations focused on controlled environments and the availability of open source data and tools. To prevent more advanced threats more research and comprehensive threat data need to maintained.</a:t>
            </a:r>
          </a:p>
          <a:p>
            <a:pPr marL="285750" indent="-285750">
              <a:buFont typeface="Arial"/>
              <a:buChar char="•"/>
            </a:pPr>
            <a:endParaRPr lang="en-US">
              <a:ea typeface="Cambria"/>
            </a:endParaRPr>
          </a:p>
          <a:p>
            <a:pPr marL="285750" indent="-285750">
              <a:buFont typeface="Arial"/>
              <a:buChar char="•"/>
            </a:pPr>
            <a:r>
              <a:rPr lang="en-US" err="1">
                <a:ea typeface="Cambria"/>
              </a:rPr>
              <a:t>Tinly</a:t>
            </a:r>
            <a:r>
              <a:rPr lang="en-US">
                <a:ea typeface="Cambria"/>
              </a:rPr>
              <a:t> Lama LLM was utilized on the AI agent for non-technical translations, data insights and advice. However, the feasibility of using this LLM for multi-user high log ingestion environments need to be explored further.</a:t>
            </a:r>
          </a:p>
          <a:p>
            <a:pPr marL="285750" indent="-285750">
              <a:buFont typeface="Arial"/>
              <a:buChar char="•"/>
            </a:pPr>
            <a:endParaRPr lang="en-US">
              <a:ea typeface="Cambria"/>
            </a:endParaRPr>
          </a:p>
          <a:p>
            <a:pPr marL="285750" indent="-285750">
              <a:buFont typeface="Arial"/>
              <a:buChar char="•"/>
            </a:pPr>
            <a:r>
              <a:rPr lang="en-US">
                <a:ea typeface="Cambria"/>
              </a:rPr>
              <a:t>Future improvements requires focus on improving the system to match the capabilities, speed and accuracy in high noise environments unlike SMEs. If product is enhanced to perform on high noise environments the product will be able to cater to the enterprise market as well with lower costs and with unique capabilities</a:t>
            </a:r>
          </a:p>
        </p:txBody>
      </p:sp>
    </p:spTree>
    <p:extLst>
      <p:ext uri="{BB962C8B-B14F-4D97-AF65-F5344CB8AC3E}">
        <p14:creationId xmlns:p14="http://schemas.microsoft.com/office/powerpoint/2010/main" val="1209014549"/>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315195e-671e-423b-bef2-4f1205612242">
      <Terms xmlns="http://schemas.microsoft.com/office/infopath/2007/PartnerControls"/>
    </lcf76f155ced4ddcb4097134ff3c332f>
    <TaxCatchAll xmlns="db72c12f-87a4-44ab-bbc5-4cc8306b158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DC20DB7DB36DD49BC8150064CF95DD9" ma:contentTypeVersion="13" ma:contentTypeDescription="Create a new document." ma:contentTypeScope="" ma:versionID="cbef7e19daa0d389b559f873c5a3e553">
  <xsd:schema xmlns:xsd="http://www.w3.org/2001/XMLSchema" xmlns:xs="http://www.w3.org/2001/XMLSchema" xmlns:p="http://schemas.microsoft.com/office/2006/metadata/properties" xmlns:ns2="b315195e-671e-423b-bef2-4f1205612242" xmlns:ns3="db72c12f-87a4-44ab-bbc5-4cc8306b158a" targetNamespace="http://schemas.microsoft.com/office/2006/metadata/properties" ma:root="true" ma:fieldsID="060a19f19fc398f1deb5a7ac3ca80118" ns2:_="" ns3:_="">
    <xsd:import namespace="b315195e-671e-423b-bef2-4f1205612242"/>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15195e-671e-423b-bef2-4f12056122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descriptio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24EB50-756A-4B4D-A538-B8A80096A112}">
  <ds:schemaRefs>
    <ds:schemaRef ds:uri="http://schemas.microsoft.com/sharepoint/v3/contenttype/forms"/>
  </ds:schemaRefs>
</ds:datastoreItem>
</file>

<file path=customXml/itemProps2.xml><?xml version="1.0" encoding="utf-8"?>
<ds:datastoreItem xmlns:ds="http://schemas.openxmlformats.org/officeDocument/2006/customXml" ds:itemID="{9DE179EA-5802-4847-97C7-5D18D23DA49F}">
  <ds:schemaRefs>
    <ds:schemaRef ds:uri="7052f7b4-6618-4fd5-8c2b-195a2e438ea3"/>
    <ds:schemaRef ds:uri="b315195e-671e-423b-bef2-4f1205612242"/>
    <ds:schemaRef ds:uri="d73754a2-87ab-421f-a273-25d43a392330"/>
    <ds:schemaRef ds:uri="db72c12f-87a4-44ab-bbc5-4cc8306b15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929ECE7-7724-4590-B0B8-4C47F621DA6C}">
  <ds:schemaRefs>
    <ds:schemaRef ds:uri="b315195e-671e-423b-bef2-4f1205612242"/>
    <ds:schemaRef ds:uri="db72c12f-87a4-44ab-bbc5-4cc8306b15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337832b-e06e-4e87-85f5-ecfde68f9c8e}" enabled="1" method="Standard" siteId="{44e3cf94-19c9-4e32-96c3-14f5bf01391a}" removed="0"/>
</clbl:labelList>
</file>

<file path=docProps/app.xml><?xml version="1.0" encoding="utf-8"?>
<Properties xmlns="http://schemas.openxmlformats.org/officeDocument/2006/extended-properties" xmlns:vt="http://schemas.openxmlformats.org/officeDocument/2006/docPropsVTypes">
  <Template>Proposal prsentation stuct (1)</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ForLens – A Lightweight AI-Driven Endpoint Security Solution for Real-Time Threat Detection in SMEs</vt:lpstr>
      <vt:lpstr>IT22908742 | MRF NusFA</vt:lpstr>
      <vt:lpstr>IT21289934 | Salgado M B D</vt:lpstr>
      <vt:lpstr>IT22887580 | De Silva H S</vt:lpstr>
      <vt:lpstr>IT22340078 | Sanjula E A Y</vt:lpstr>
      <vt:lpstr>PowerPoint Presentation</vt:lpstr>
      <vt:lpstr>PowerPoint Presentation</vt:lpstr>
      <vt:lpstr>Limitations &amp; 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Koliya Pulasinghe</dc:creator>
  <cp:revision>7</cp:revision>
  <dcterms:created xsi:type="dcterms:W3CDTF">2025-08-25T09:34:25Z</dcterms:created>
  <dcterms:modified xsi:type="dcterms:W3CDTF">2026-05-07T16:47:00Z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0x0101008DC20DB7DB36DD49BC8150064CF95DD9</vt:lpwstr>
  </property>
  <property fmtid="{D5CDD505-2E9C-101B-9397-08002B2CF9AE}" pid="3" name="MediaServiceImageTags">
    <vt:lpwstr/>
  </property>
</Properties>
</file>